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Start here → Stress Test (Fatia &amp; Haris) → Argument Bank → UN Letter. Start from the main link (Start here).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63 graded reports,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reports on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listings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listings,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the 47 reported cases had a good outcome after TrialWatch's work: acquittal, dropped charges, overturned conviction, release, or a UN finding of arbitrary detention. 2 convictions were later overturned (e.g. Bao Choy, Stella Nyanzi); a verified update log keeps this current.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167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