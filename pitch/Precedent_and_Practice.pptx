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graded 63 trials,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pages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pages,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47 TrialWatch trials had a good outcome after TrialWatch's work: acquittal, dropped charges, overturned conviction, release, or a UN finding of arbitrary detention.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155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