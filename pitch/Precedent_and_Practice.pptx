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71" r:id="rId22"/>
    <p:sldId id="261" r:id="rId12"/>
    <p:sldId id="262" r:id="rId13"/>
    <p:sldId id="263" r:id="rId14"/>
    <p:sldId id="269" r:id="rId20"/>
    <p:sldId id="272" r:id="rId23"/>
    <p:sldId id="264" r:id="rId15"/>
    <p:sldId id="265" r:id="rId16"/>
    <p:sldId id="266" r:id="rId17"/>
  </p:sldIdLst>
  <p:sldSz cy="5143500" cx="9144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Poppins Light"/>
      <p:regular r:id="rId31"/>
      <p:bold r:id="rId32"/>
      <p:italic r:id="rId33"/>
      <p:boldItalic r:id="rId34"/>
    </p:embeddedFont>
    <p:embeddedFont>
      <p:font typeface="Instrument Sans"/>
      <p:regular r:id="rId35"/>
      <p:bold r:id="rId36"/>
      <p:italic r:id="rId37"/>
      <p:boldItalic r:id="rId38"/>
    </p:embeddedFont>
    <p:embeddedFont>
      <p:font typeface="Poppins Medium"/>
      <p:regular r:id="rId39"/>
      <p:bold r:id="rId40"/>
      <p:italic r:id="rId41"/>
      <p:boldItalic r:id="rId42"/>
    </p:embeddedFont>
    <p:embeddedFont>
      <p:font typeface="Poppins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7" Type="http://schemas.openxmlformats.org/officeDocument/2006/relationships/font" Target="fonts/Poppins-regular.fntdata"/><Relationship Id="rId28" Type="http://schemas.openxmlformats.org/officeDocument/2006/relationships/font" Target="fonts/Poppins-bold.fntdata"/><Relationship Id="rId29" Type="http://schemas.openxmlformats.org/officeDocument/2006/relationships/font" Target="fonts/Poppins-italic.fntdata"/><Relationship Id="rId30" Type="http://schemas.openxmlformats.org/officeDocument/2006/relationships/font" Target="fonts/Poppins-boldItalic.fntdata"/><Relationship Id="rId31" Type="http://schemas.openxmlformats.org/officeDocument/2006/relationships/font" Target="fonts/PoppinsLight-regular.fntdata"/><Relationship Id="rId32" Type="http://schemas.openxmlformats.org/officeDocument/2006/relationships/font" Target="fonts/PoppinsLight-bold.fntdata"/><Relationship Id="rId33" Type="http://schemas.openxmlformats.org/officeDocument/2006/relationships/font" Target="fonts/PoppinsLight-italic.fntdata"/><Relationship Id="rId34" Type="http://schemas.openxmlformats.org/officeDocument/2006/relationships/font" Target="fonts/PoppinsLight-boldItalic.fntdata"/><Relationship Id="rId35" Type="http://schemas.openxmlformats.org/officeDocument/2006/relationships/font" Target="fonts/InstrumentSans-regular.fntdata"/><Relationship Id="rId36" Type="http://schemas.openxmlformats.org/officeDocument/2006/relationships/font" Target="fonts/InstrumentSans-bold.fntdata"/><Relationship Id="rId37" Type="http://schemas.openxmlformats.org/officeDocument/2006/relationships/font" Target="fonts/InstrumentSans-italic.fntdata"/><Relationship Id="rId38" Type="http://schemas.openxmlformats.org/officeDocument/2006/relationships/font" Target="fonts/InstrumentSans-boldItalic.fntdata"/><Relationship Id="rId39" Type="http://schemas.openxmlformats.org/officeDocument/2006/relationships/font" Target="fonts/PoppinsMedium-regular.fntdata"/><Relationship Id="rId40" Type="http://schemas.openxmlformats.org/officeDocument/2006/relationships/font" Target="fonts/PoppinsMedium-bold.fntdata"/><Relationship Id="rId41" Type="http://schemas.openxmlformats.org/officeDocument/2006/relationships/font" Target="fonts/PoppinsMedium-italic.fntdata"/><Relationship Id="rId42" Type="http://schemas.openxmlformats.org/officeDocument/2006/relationships/font" Target="fonts/PoppinsMedium-boldItalic.fntdata"/><Relationship Id="rId43" Type="http://schemas.openxmlformats.org/officeDocument/2006/relationships/font" Target="fonts/PoppinsSemiBold-regular.fntdata"/><Relationship Id="rId44" Type="http://schemas.openxmlformats.org/officeDocument/2006/relationships/font" Target="fonts/PoppinsSemiBold-bold.fntdata"/><Relationship Id="rId45" Type="http://schemas.openxmlformats.org/officeDocument/2006/relationships/font" Target="fonts/PoppinsSemiBold-italic.fntdata"/><Relationship Id="rId46" Type="http://schemas.openxmlformats.org/officeDocument/2006/relationships/font" Target="fonts/Poppins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h67fb6a686c75e98e_1_6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h67fb6a686c75e98e_1_6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TrialWatch has graded dozens of trials of journalists and critics. We turn those reports into arguments, precedents and sourced UN submissions for the next person prosecuted for speech.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h609488f5067118b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h609488f5067118b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Problem, solution, how the service works, team, then the live demo.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h67fb6a686c75e98e_1_5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h67fb6a686c75e98e_1_5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Three gaps: reforms nobody measures, TrialWatch's own reports aren't searchable by argument, and advocacy letters start from a blank page.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h67fb6a686c75e98e_1_5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h67fb6a686c75e98e_1_5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One answer to each challenge: measure the reform, search what worked, draft the advocacy.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h67fb6a686c75e98e_1_5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h67fb6a686c75e98e_1_5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Built on TrialWatch's own reports and grading, in TrialWatch's own process.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h67fb6a686c75e98e_1_5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h67fb6a686c75e98e_1_5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Walk the three steps on Fatia &amp; Haris in the demo.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h18fd9ff4a4b1f2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h18fd9ff4a4b1f2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Everything left of the letter is deterministic and tested. People confirm outcomes and impacts.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67fb6a686c75e98e_1_59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h67fb6a686c75e98e_1_5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user is illustrative, not a real person.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h67fb6a686c75e98e_1_6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h67fb6a686c75e98e_1_6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tool is ready to hand over; the next step is lawyer review.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h67fb6a686c75e98e_1_6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h67fb6a686c75e98e_1_6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Five data science students; legal claims come from cited sources, not our own judgment.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h67fb6a686c75e98e_1_6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h67fb6a686c75e98e_1_6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Start here → Stress Test (Fatia &amp; Haris) → Argument Bank → UN Letter. Start from the main link (Start here).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h609488f5067118b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h609488f5067118b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Responsible AI is 20% of judging: deterministic core, sources everywhere, human approval.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h609488f5067118b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h609488f5067118b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tool lets TrialWatch spot a case the reform should have stopped on the day the complaint is filed, before months of detention add up.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h609488f5067118b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h609488f5067118b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Every number on these slides is recomputed from the data by scripts/build_slides.py.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 amt="70000"/>
          </a:blip>
          <a:srcRect b="0" l="1313" r="0" t="0"/>
          <a:stretch/>
        </p:blipFill>
        <p:spPr>
          <a:xfrm>
            <a:off x="0" y="0"/>
            <a:ext cx="902324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8" name="Google Shape;58;p14"/>
          <p:cNvSpPr/>
          <p:nvPr>
            <p:ph idx="2" type="pic"/>
          </p:nvPr>
        </p:nvSpPr>
        <p:spPr>
          <a:xfrm>
            <a:off x="6487225" y="2586525"/>
            <a:ext cx="12591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4"/>
          <p:cNvSpPr/>
          <p:nvPr>
            <p:ph idx="3" type="pic"/>
          </p:nvPr>
        </p:nvSpPr>
        <p:spPr>
          <a:xfrm>
            <a:off x="7757975" y="3866750"/>
            <a:ext cx="1259700" cy="12792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grpSp>
        <p:nvGrpSpPr>
          <p:cNvPr id="62" name="Google Shape;62;p14"/>
          <p:cNvGrpSpPr/>
          <p:nvPr/>
        </p:nvGrpSpPr>
        <p:grpSpPr>
          <a:xfrm>
            <a:off x="128875" y="0"/>
            <a:ext cx="8897700" cy="5144700"/>
            <a:chOff x="128875" y="0"/>
            <a:chExt cx="8897700" cy="5144700"/>
          </a:xfrm>
        </p:grpSpPr>
        <p:cxnSp>
          <p:nvCxnSpPr>
            <p:cNvPr id="63" name="Google Shape;63;p14"/>
            <p:cNvCxnSpPr/>
            <p:nvPr/>
          </p:nvCxnSpPr>
          <p:spPr>
            <a:xfrm>
              <a:off x="6480997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6481000" y="3861475"/>
              <a:ext cx="2539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6481000" y="2579575"/>
              <a:ext cx="254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14"/>
            <p:cNvCxnSpPr/>
            <p:nvPr/>
          </p:nvCxnSpPr>
          <p:spPr>
            <a:xfrm>
              <a:off x="52121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14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14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14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14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14"/>
            <p:cNvCxnSpPr/>
            <p:nvPr/>
          </p:nvCxnSpPr>
          <p:spPr>
            <a:xfrm>
              <a:off x="128875" y="1291375"/>
              <a:ext cx="889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4" name="Google Shape;74;p14"/>
          <p:cNvSpPr/>
          <p:nvPr/>
        </p:nvSpPr>
        <p:spPr>
          <a:xfrm>
            <a:off x="6486025" y="-3325"/>
            <a:ext cx="1259400" cy="12891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7756250" y="-3325"/>
            <a:ext cx="1262400" cy="1287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2">
            <a:alphaModFix/>
          </a:blip>
          <a:srcRect b="36188" l="0" r="0" t="0"/>
          <a:stretch/>
        </p:blipFill>
        <p:spPr>
          <a:xfrm rot="5400000">
            <a:off x="6625213" y="2747762"/>
            <a:ext cx="3529224" cy="126684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1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8" name="Google Shape;78;p15"/>
          <p:cNvSpPr/>
          <p:nvPr>
            <p:ph idx="2" type="pic"/>
          </p:nvPr>
        </p:nvSpPr>
        <p:spPr>
          <a:xfrm>
            <a:off x="7757975" y="0"/>
            <a:ext cx="12561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284550" y="1291375"/>
            <a:ext cx="7467600" cy="36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1" name="Google Shape;81;p15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82" name="Google Shape;82;p15"/>
            <p:cNvCxnSpPr/>
            <p:nvPr/>
          </p:nvCxnSpPr>
          <p:spPr>
            <a:xfrm>
              <a:off x="7752136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" name="Google Shape;83;p15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15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" name="Google Shape;85;p15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6" name="Google Shape;86;p15"/>
          <p:cNvSpPr txBox="1"/>
          <p:nvPr>
            <p:ph idx="1" type="subTitle"/>
          </p:nvPr>
        </p:nvSpPr>
        <p:spPr>
          <a:xfrm>
            <a:off x="128875" y="-450"/>
            <a:ext cx="3357900" cy="1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14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90" name="Google Shape;90;p1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CUSTOM_14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95" name="Google Shape;95;p17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CUSTOM_14_2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2">
            <a:alphaModFix/>
          </a:blip>
          <a:srcRect b="36188" l="0" r="0" t="0"/>
          <a:stretch/>
        </p:blipFill>
        <p:spPr>
          <a:xfrm>
            <a:off x="5480550" y="1875"/>
            <a:ext cx="3541498" cy="12895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1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128875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101" name="Google Shape;101;p18"/>
          <p:cNvGrpSpPr/>
          <p:nvPr/>
        </p:nvGrpSpPr>
        <p:grpSpPr>
          <a:xfrm>
            <a:off x="118800" y="0"/>
            <a:ext cx="8904450" cy="5135400"/>
            <a:chOff x="118800" y="0"/>
            <a:chExt cx="8904450" cy="5135400"/>
          </a:xfrm>
        </p:grpSpPr>
        <p:cxnSp>
          <p:nvCxnSpPr>
            <p:cNvPr id="102" name="Google Shape;102;p18"/>
            <p:cNvCxnSpPr/>
            <p:nvPr/>
          </p:nvCxnSpPr>
          <p:spPr>
            <a:xfrm>
              <a:off x="902325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8"/>
            <p:cNvCxnSpPr/>
            <p:nvPr/>
          </p:nvCxnSpPr>
          <p:spPr>
            <a:xfrm>
              <a:off x="118800" y="0"/>
              <a:ext cx="0" cy="513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8"/>
            <p:cNvCxnSpPr/>
            <p:nvPr/>
          </p:nvCxnSpPr>
          <p:spPr>
            <a:xfrm>
              <a:off x="128875" y="1291375"/>
              <a:ext cx="889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 rotWithShape="1">
          <a:blip r:embed="rId2">
            <a:alphaModFix/>
          </a:blip>
          <a:srcRect b="55478" l="0" r="16388" t="0"/>
          <a:stretch/>
        </p:blipFill>
        <p:spPr>
          <a:xfrm>
            <a:off x="4727250" y="450"/>
            <a:ext cx="4289751" cy="12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>
            <p:ph idx="2" type="pic"/>
          </p:nvPr>
        </p:nvSpPr>
        <p:spPr>
          <a:xfrm>
            <a:off x="131575" y="6"/>
            <a:ext cx="2533200" cy="12858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128875" y="1291375"/>
            <a:ext cx="7623300" cy="36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0" name="Google Shape;110;p19"/>
          <p:cNvGrpSpPr/>
          <p:nvPr/>
        </p:nvGrpSpPr>
        <p:grpSpPr>
          <a:xfrm>
            <a:off x="128875" y="0"/>
            <a:ext cx="8894375" cy="5144700"/>
            <a:chOff x="128875" y="0"/>
            <a:chExt cx="8894375" cy="5144700"/>
          </a:xfrm>
        </p:grpSpPr>
        <p:cxnSp>
          <p:nvCxnSpPr>
            <p:cNvPr id="111" name="Google Shape;111;p1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" name="Google Shape;112;p19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" name="Google Shape;113;p19"/>
            <p:cNvCxnSpPr/>
            <p:nvPr/>
          </p:nvCxnSpPr>
          <p:spPr>
            <a:xfrm>
              <a:off x="128875" y="1287125"/>
              <a:ext cx="8892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4" name="Google Shape;114;p19"/>
          <p:cNvSpPr txBox="1"/>
          <p:nvPr>
            <p:ph idx="1" type="subTitle"/>
          </p:nvPr>
        </p:nvSpPr>
        <p:spPr>
          <a:xfrm>
            <a:off x="5364800" y="4526452"/>
            <a:ext cx="36522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BLANK_1_1_1_1_1_1_1_1_1_1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3940150" y="1291385"/>
            <a:ext cx="2541000" cy="257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17" name="Google Shape;117;p20"/>
          <p:cNvSpPr/>
          <p:nvPr>
            <p:ph idx="2" type="pic"/>
          </p:nvPr>
        </p:nvSpPr>
        <p:spPr>
          <a:xfrm>
            <a:off x="134150" y="1296400"/>
            <a:ext cx="1260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1453925" y="228600"/>
            <a:ext cx="62022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idx="3" type="subTitle"/>
          </p:nvPr>
        </p:nvSpPr>
        <p:spPr>
          <a:xfrm>
            <a:off x="1399375" y="1291225"/>
            <a:ext cx="2541000" cy="257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21" name="Google Shape;121;p20"/>
          <p:cNvSpPr txBox="1"/>
          <p:nvPr>
            <p:ph idx="4" type="subTitle"/>
          </p:nvPr>
        </p:nvSpPr>
        <p:spPr>
          <a:xfrm>
            <a:off x="6481150" y="2579575"/>
            <a:ext cx="2541000" cy="21639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122" name="Google Shape;122;p2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1408575" y="25858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2" type="title"/>
          </p:nvPr>
        </p:nvSpPr>
        <p:spPr>
          <a:xfrm>
            <a:off x="2669675" y="38677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3" type="title"/>
          </p:nvPr>
        </p:nvSpPr>
        <p:spPr>
          <a:xfrm>
            <a:off x="5217125" y="3861475"/>
            <a:ext cx="3462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4" type="title"/>
          </p:nvPr>
        </p:nvSpPr>
        <p:spPr>
          <a:xfrm>
            <a:off x="3947363" y="2579575"/>
            <a:ext cx="3501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9" name="Google Shape;129;p21"/>
          <p:cNvSpPr txBox="1"/>
          <p:nvPr>
            <p:ph idx="5" type="title"/>
          </p:nvPr>
        </p:nvSpPr>
        <p:spPr>
          <a:xfrm>
            <a:off x="6489150" y="2579575"/>
            <a:ext cx="346200" cy="350700"/>
          </a:xfrm>
          <a:prstGeom prst="rect">
            <a:avLst/>
          </a:prstGeom>
          <a:noFill/>
        </p:spPr>
        <p:txBody>
          <a:bodyPr anchorCtr="0" anchor="ctr" bIns="91425" lIns="91425" spcFirstLastPara="1" rIns="937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Poppins"/>
              <a:buNone/>
              <a:defRPr sz="9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None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21"/>
          <p:cNvSpPr txBox="1"/>
          <p:nvPr>
            <p:ph idx="1" type="subTitle"/>
          </p:nvPr>
        </p:nvSpPr>
        <p:spPr>
          <a:xfrm>
            <a:off x="1736450" y="25858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2" name="Google Shape;132;p21"/>
          <p:cNvGrpSpPr/>
          <p:nvPr/>
        </p:nvGrpSpPr>
        <p:grpSpPr>
          <a:xfrm>
            <a:off x="128875" y="0"/>
            <a:ext cx="8894400" cy="5144700"/>
            <a:chOff x="128875" y="0"/>
            <a:chExt cx="8894400" cy="5144700"/>
          </a:xfrm>
        </p:grpSpPr>
        <p:cxnSp>
          <p:nvCxnSpPr>
            <p:cNvPr id="133" name="Google Shape;133;p21"/>
            <p:cNvCxnSpPr/>
            <p:nvPr/>
          </p:nvCxnSpPr>
          <p:spPr>
            <a:xfrm>
              <a:off x="6480997" y="1200"/>
              <a:ext cx="0" cy="3860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21"/>
            <p:cNvCxnSpPr/>
            <p:nvPr/>
          </p:nvCxnSpPr>
          <p:spPr>
            <a:xfrm>
              <a:off x="7752125" y="1200"/>
              <a:ext cx="0" cy="2578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21"/>
            <p:cNvCxnSpPr/>
            <p:nvPr/>
          </p:nvCxnSpPr>
          <p:spPr>
            <a:xfrm>
              <a:off x="128875" y="38614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21"/>
            <p:cNvCxnSpPr/>
            <p:nvPr/>
          </p:nvCxnSpPr>
          <p:spPr>
            <a:xfrm>
              <a:off x="128875" y="25795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21"/>
            <p:cNvCxnSpPr/>
            <p:nvPr/>
          </p:nvCxnSpPr>
          <p:spPr>
            <a:xfrm>
              <a:off x="5212100" y="0"/>
              <a:ext cx="0" cy="2580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21"/>
            <p:cNvCxnSpPr/>
            <p:nvPr/>
          </p:nvCxnSpPr>
          <p:spPr>
            <a:xfrm>
              <a:off x="3940150" y="129137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21"/>
            <p:cNvCxnSpPr/>
            <p:nvPr/>
          </p:nvCxnSpPr>
          <p:spPr>
            <a:xfrm>
              <a:off x="2669725" y="1291375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1"/>
            <p:cNvCxnSpPr/>
            <p:nvPr/>
          </p:nvCxnSpPr>
          <p:spPr>
            <a:xfrm>
              <a:off x="1399300" y="1291375"/>
              <a:ext cx="0" cy="3853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21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21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21"/>
            <p:cNvCxnSpPr/>
            <p:nvPr/>
          </p:nvCxnSpPr>
          <p:spPr>
            <a:xfrm>
              <a:off x="128875" y="1291375"/>
              <a:ext cx="8885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21"/>
            <p:cNvCxnSpPr/>
            <p:nvPr/>
          </p:nvCxnSpPr>
          <p:spPr>
            <a:xfrm rot="10800000">
              <a:off x="7752125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 rot="10800000">
              <a:off x="5212100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 rot="10800000">
              <a:off x="2672963" y="3861112"/>
              <a:ext cx="0" cy="1281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7" name="Google Shape;147;p21"/>
          <p:cNvSpPr txBox="1"/>
          <p:nvPr>
            <p:ph idx="6" type="subTitle"/>
          </p:nvPr>
        </p:nvSpPr>
        <p:spPr>
          <a:xfrm>
            <a:off x="4275713" y="25795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idx="7" type="subTitle"/>
          </p:nvPr>
        </p:nvSpPr>
        <p:spPr>
          <a:xfrm>
            <a:off x="6817988" y="25795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8" type="subTitle"/>
          </p:nvPr>
        </p:nvSpPr>
        <p:spPr>
          <a:xfrm>
            <a:off x="5552488" y="38614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0" name="Google Shape;150;p21"/>
          <p:cNvSpPr txBox="1"/>
          <p:nvPr>
            <p:ph idx="9" type="subTitle"/>
          </p:nvPr>
        </p:nvSpPr>
        <p:spPr>
          <a:xfrm>
            <a:off x="3009325" y="3861475"/>
            <a:ext cx="22068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51" name="Google Shape;151;p21"/>
          <p:cNvSpPr txBox="1"/>
          <p:nvPr>
            <p:ph idx="13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Google Shape;153;p22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" name="Google Shape;154;p22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5" name="Google Shape;155;p22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57" name="Google Shape;157;p22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2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0" name="Google Shape;160;p22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2"/>
          <p:cNvSpPr/>
          <p:nvPr>
            <p:ph idx="13" type="pic"/>
          </p:nvPr>
        </p:nvSpPr>
        <p:spPr>
          <a:xfrm>
            <a:off x="5215425" y="1291375"/>
            <a:ext cx="3807900" cy="38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/>
          <p:nvPr>
            <p:ph idx="2" type="pic"/>
          </p:nvPr>
        </p:nvSpPr>
        <p:spPr>
          <a:xfrm>
            <a:off x="7751475" y="1291350"/>
            <a:ext cx="1266300" cy="12852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3"/>
          <p:cNvSpPr/>
          <p:nvPr>
            <p:ph idx="3" type="pic"/>
          </p:nvPr>
        </p:nvSpPr>
        <p:spPr>
          <a:xfrm>
            <a:off x="7751425" y="3864900"/>
            <a:ext cx="1266300" cy="12849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3"/>
          <p:cNvSpPr/>
          <p:nvPr>
            <p:ph idx="4" type="pic"/>
          </p:nvPr>
        </p:nvSpPr>
        <p:spPr>
          <a:xfrm>
            <a:off x="5218487" y="2584425"/>
            <a:ext cx="2525100" cy="1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3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2" name="Google Shape;172;p23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type="title"/>
          </p:nvPr>
        </p:nvSpPr>
        <p:spPr>
          <a:xfrm>
            <a:off x="13970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cxnSp>
        <p:nvCxnSpPr>
          <p:cNvPr id="175" name="Google Shape;175;p2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3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3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8" name="Google Shape;178;p23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9" name="Google Shape;179;p23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 Medium"/>
              <a:buNone/>
              <a:defRPr sz="1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14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7700" y="0"/>
            <a:ext cx="1290725" cy="12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139930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2" type="body"/>
          </p:nvPr>
        </p:nvSpPr>
        <p:spPr>
          <a:xfrm>
            <a:off x="139930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3" type="body"/>
          </p:nvPr>
        </p:nvSpPr>
        <p:spPr>
          <a:xfrm>
            <a:off x="139930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4" type="body"/>
          </p:nvPr>
        </p:nvSpPr>
        <p:spPr>
          <a:xfrm>
            <a:off x="394175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5" type="body"/>
          </p:nvPr>
        </p:nvSpPr>
        <p:spPr>
          <a:xfrm>
            <a:off x="394175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6" type="body"/>
          </p:nvPr>
        </p:nvSpPr>
        <p:spPr>
          <a:xfrm>
            <a:off x="394175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2" name="Google Shape;192;p24"/>
          <p:cNvSpPr txBox="1"/>
          <p:nvPr>
            <p:ph idx="7" type="body"/>
          </p:nvPr>
        </p:nvSpPr>
        <p:spPr>
          <a:xfrm>
            <a:off x="6484200" y="1602100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3" name="Google Shape;193;p24"/>
          <p:cNvSpPr txBox="1"/>
          <p:nvPr>
            <p:ph idx="8" type="body"/>
          </p:nvPr>
        </p:nvSpPr>
        <p:spPr>
          <a:xfrm>
            <a:off x="6484200" y="272882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4" name="Google Shape;194;p24"/>
          <p:cNvSpPr txBox="1"/>
          <p:nvPr>
            <p:ph idx="9" type="body"/>
          </p:nvPr>
        </p:nvSpPr>
        <p:spPr>
          <a:xfrm>
            <a:off x="6484200" y="4013875"/>
            <a:ext cx="2540700" cy="9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95" name="Google Shape;195;p2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4"/>
          <p:cNvSpPr txBox="1"/>
          <p:nvPr>
            <p:ph type="title"/>
          </p:nvPr>
        </p:nvSpPr>
        <p:spPr>
          <a:xfrm>
            <a:off x="139700" y="228600"/>
            <a:ext cx="63414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cxnSp>
        <p:nvCxnSpPr>
          <p:cNvPr id="197" name="Google Shape;197;p24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4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4"/>
          <p:cNvSpPr txBox="1"/>
          <p:nvPr>
            <p:ph idx="13" type="subTitle"/>
          </p:nvPr>
        </p:nvSpPr>
        <p:spPr>
          <a:xfrm>
            <a:off x="139700" y="14437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200" name="Google Shape;200;p24"/>
          <p:cNvSpPr txBox="1"/>
          <p:nvPr>
            <p:ph idx="14" type="subTitle"/>
          </p:nvPr>
        </p:nvSpPr>
        <p:spPr>
          <a:xfrm>
            <a:off x="139700" y="27292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201" name="Google Shape;201;p24"/>
          <p:cNvSpPr txBox="1"/>
          <p:nvPr>
            <p:ph idx="15" type="subTitle"/>
          </p:nvPr>
        </p:nvSpPr>
        <p:spPr>
          <a:xfrm>
            <a:off x="139700" y="4014775"/>
            <a:ext cx="12597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 Medium"/>
              <a:buNone/>
              <a:defRPr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">
  <p:cSld name="BLANK_1_1_1_1_1_1_1_1_1_1_1_1_1_1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" name="Google Shape;204;p25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5" name="Google Shape;205;p25"/>
          <p:cNvSpPr txBox="1"/>
          <p:nvPr>
            <p:ph idx="3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6" name="Google Shape;206;p25"/>
          <p:cNvSpPr txBox="1"/>
          <p:nvPr>
            <p:ph type="title"/>
          </p:nvPr>
        </p:nvSpPr>
        <p:spPr>
          <a:xfrm>
            <a:off x="128875" y="234450"/>
            <a:ext cx="6354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07" name="Google Shape;207;p25"/>
          <p:cNvSpPr txBox="1"/>
          <p:nvPr>
            <p:ph idx="4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8" name="Google Shape;208;p25"/>
          <p:cNvSpPr txBox="1"/>
          <p:nvPr>
            <p:ph idx="5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9" name="Google Shape;209;p2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0" name="Google Shape;210;p25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5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5"/>
          <p:cNvSpPr txBox="1"/>
          <p:nvPr>
            <p:ph idx="6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6" name="Google Shape;216;p26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17" name="Google Shape;217;p26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8" name="Google Shape;218;p26"/>
          <p:cNvSpPr/>
          <p:nvPr>
            <p:ph idx="5" type="pic"/>
          </p:nvPr>
        </p:nvSpPr>
        <p:spPr>
          <a:xfrm>
            <a:off x="128875" y="385810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26"/>
          <p:cNvSpPr/>
          <p:nvPr>
            <p:ph idx="6" type="pic"/>
          </p:nvPr>
        </p:nvSpPr>
        <p:spPr>
          <a:xfrm>
            <a:off x="128875" y="1291350"/>
            <a:ext cx="1270500" cy="12855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26"/>
          <p:cNvSpPr/>
          <p:nvPr>
            <p:ph idx="7" type="pic"/>
          </p:nvPr>
        </p:nvSpPr>
        <p:spPr>
          <a:xfrm>
            <a:off x="3936325" y="2583600"/>
            <a:ext cx="1270500" cy="127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26"/>
          <p:cNvSpPr txBox="1"/>
          <p:nvPr>
            <p:ph type="title"/>
          </p:nvPr>
        </p:nvSpPr>
        <p:spPr>
          <a:xfrm>
            <a:off x="128875" y="234450"/>
            <a:ext cx="38100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22" name="Google Shape;222;p2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3" name="Google Shape;223;p26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6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6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Instrument Sans"/>
              <a:buNone/>
              <a:defRPr sz="1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26" name="Google Shape;226;p26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7" name="Google Shape;227;p26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47525" y="-6725"/>
            <a:ext cx="1265400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134175" y="2591900"/>
            <a:ext cx="1259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1" name="Google Shape;231;p27"/>
          <p:cNvSpPr txBox="1"/>
          <p:nvPr>
            <p:ph idx="2" type="body"/>
          </p:nvPr>
        </p:nvSpPr>
        <p:spPr>
          <a:xfrm>
            <a:off x="1401350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2" name="Google Shape;232;p27"/>
          <p:cNvSpPr txBox="1"/>
          <p:nvPr>
            <p:ph idx="3" type="body"/>
          </p:nvPr>
        </p:nvSpPr>
        <p:spPr>
          <a:xfrm>
            <a:off x="2664024" y="2585275"/>
            <a:ext cx="1256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3" name="Google Shape;233;p27"/>
          <p:cNvSpPr txBox="1"/>
          <p:nvPr>
            <p:ph idx="4" type="body"/>
          </p:nvPr>
        </p:nvSpPr>
        <p:spPr>
          <a:xfrm>
            <a:off x="3942325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4" name="Google Shape;234;p27"/>
          <p:cNvSpPr txBox="1"/>
          <p:nvPr>
            <p:ph idx="5" type="body"/>
          </p:nvPr>
        </p:nvSpPr>
        <p:spPr>
          <a:xfrm>
            <a:off x="5215125" y="2585275"/>
            <a:ext cx="12642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5" name="Google Shape;235;p27"/>
          <p:cNvSpPr txBox="1"/>
          <p:nvPr>
            <p:ph idx="6" type="body"/>
          </p:nvPr>
        </p:nvSpPr>
        <p:spPr>
          <a:xfrm>
            <a:off x="6484050" y="3858800"/>
            <a:ext cx="12663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b="1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6" name="Google Shape;236;p27"/>
          <p:cNvSpPr/>
          <p:nvPr>
            <p:ph idx="7" type="pic"/>
          </p:nvPr>
        </p:nvSpPr>
        <p:spPr>
          <a:xfrm>
            <a:off x="1405975" y="2584850"/>
            <a:ext cx="1259400" cy="12705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27"/>
          <p:cNvSpPr/>
          <p:nvPr>
            <p:ph idx="8" type="pic"/>
          </p:nvPr>
        </p:nvSpPr>
        <p:spPr>
          <a:xfrm>
            <a:off x="2672775" y="1298150"/>
            <a:ext cx="1264200" cy="12756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7"/>
          <p:cNvSpPr/>
          <p:nvPr>
            <p:ph idx="9" type="pic"/>
          </p:nvPr>
        </p:nvSpPr>
        <p:spPr>
          <a:xfrm>
            <a:off x="134175" y="1297300"/>
            <a:ext cx="1256700" cy="127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27"/>
          <p:cNvSpPr/>
          <p:nvPr>
            <p:ph idx="13" type="pic"/>
          </p:nvPr>
        </p:nvSpPr>
        <p:spPr>
          <a:xfrm>
            <a:off x="3944650" y="2583775"/>
            <a:ext cx="12612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7"/>
          <p:cNvSpPr/>
          <p:nvPr>
            <p:ph idx="14" type="pic"/>
          </p:nvPr>
        </p:nvSpPr>
        <p:spPr>
          <a:xfrm>
            <a:off x="5218725" y="1297675"/>
            <a:ext cx="1256400" cy="12762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7"/>
          <p:cNvSpPr/>
          <p:nvPr>
            <p:ph idx="15" type="pic"/>
          </p:nvPr>
        </p:nvSpPr>
        <p:spPr>
          <a:xfrm>
            <a:off x="6488125" y="2584850"/>
            <a:ext cx="1259400" cy="12741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7"/>
          <p:cNvSpPr txBox="1"/>
          <p:nvPr>
            <p:ph idx="16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27"/>
          <p:cNvSpPr txBox="1"/>
          <p:nvPr>
            <p:ph type="title"/>
          </p:nvPr>
        </p:nvSpPr>
        <p:spPr>
          <a:xfrm>
            <a:off x="133575" y="228600"/>
            <a:ext cx="63384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45" name="Google Shape;245;p27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7"/>
          <p:cNvCxnSpPr/>
          <p:nvPr/>
        </p:nvCxnSpPr>
        <p:spPr>
          <a:xfrm>
            <a:off x="9023250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9" name="Google Shape;249;p28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50" name="Google Shape;250;p28"/>
          <p:cNvSpPr txBox="1"/>
          <p:nvPr>
            <p:ph idx="3" type="subTitle"/>
          </p:nvPr>
        </p:nvSpPr>
        <p:spPr>
          <a:xfrm>
            <a:off x="7754025" y="258392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28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52" name="Google Shape;252;p28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53" name="Google Shape;253;p28"/>
          <p:cNvSpPr txBox="1"/>
          <p:nvPr>
            <p:ph idx="6" type="subTitle"/>
          </p:nvPr>
        </p:nvSpPr>
        <p:spPr>
          <a:xfrm>
            <a:off x="137275" y="25992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28"/>
          <p:cNvSpPr txBox="1"/>
          <p:nvPr>
            <p:ph idx="7" type="subTitle"/>
          </p:nvPr>
        </p:nvSpPr>
        <p:spPr>
          <a:xfrm>
            <a:off x="5213563" y="2588275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8"/>
          <p:cNvSpPr txBox="1"/>
          <p:nvPr>
            <p:ph idx="8" type="subTitle"/>
          </p:nvPr>
        </p:nvSpPr>
        <p:spPr>
          <a:xfrm>
            <a:off x="2673138" y="2581800"/>
            <a:ext cx="1265100" cy="3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28"/>
          <p:cNvSpPr/>
          <p:nvPr>
            <p:ph idx="9" type="pic"/>
          </p:nvPr>
        </p:nvSpPr>
        <p:spPr>
          <a:xfrm>
            <a:off x="5216500" y="1297675"/>
            <a:ext cx="1259100" cy="1276500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28"/>
          <p:cNvSpPr/>
          <p:nvPr>
            <p:ph idx="13" type="pic"/>
          </p:nvPr>
        </p:nvSpPr>
        <p:spPr>
          <a:xfrm>
            <a:off x="7756350" y="1296175"/>
            <a:ext cx="1259100" cy="12801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28"/>
          <p:cNvSpPr/>
          <p:nvPr>
            <p:ph idx="14" type="pic"/>
          </p:nvPr>
        </p:nvSpPr>
        <p:spPr>
          <a:xfrm>
            <a:off x="133525" y="1294525"/>
            <a:ext cx="1261800" cy="12804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28"/>
          <p:cNvSpPr/>
          <p:nvPr>
            <p:ph idx="15" type="pic"/>
          </p:nvPr>
        </p:nvSpPr>
        <p:spPr>
          <a:xfrm>
            <a:off x="2673500" y="1295450"/>
            <a:ext cx="1263300" cy="1277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28"/>
          <p:cNvSpPr txBox="1"/>
          <p:nvPr>
            <p:ph type="title"/>
          </p:nvPr>
        </p:nvSpPr>
        <p:spPr>
          <a:xfrm>
            <a:off x="131875" y="228600"/>
            <a:ext cx="5076000" cy="10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62" name="Google Shape;262;p2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8"/>
          <p:cNvCxnSpPr/>
          <p:nvPr/>
        </p:nvCxnSpPr>
        <p:spPr>
          <a:xfrm>
            <a:off x="9018413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365098" y="204287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9"/>
          <p:cNvSpPr txBox="1"/>
          <p:nvPr>
            <p:ph idx="2" type="title"/>
          </p:nvPr>
        </p:nvSpPr>
        <p:spPr>
          <a:xfrm>
            <a:off x="365098" y="267152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7" name="Google Shape;267;p29"/>
          <p:cNvSpPr txBox="1"/>
          <p:nvPr>
            <p:ph idx="3" type="title"/>
          </p:nvPr>
        </p:nvSpPr>
        <p:spPr>
          <a:xfrm>
            <a:off x="365098" y="3313600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8" name="Google Shape;268;p29"/>
          <p:cNvSpPr txBox="1"/>
          <p:nvPr>
            <p:ph idx="4" type="title"/>
          </p:nvPr>
        </p:nvSpPr>
        <p:spPr>
          <a:xfrm>
            <a:off x="365098" y="455747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9" name="Google Shape;269;p29"/>
          <p:cNvSpPr txBox="1"/>
          <p:nvPr>
            <p:ph idx="5" type="title"/>
          </p:nvPr>
        </p:nvSpPr>
        <p:spPr>
          <a:xfrm>
            <a:off x="1483100" y="269207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0" name="Google Shape;270;p29"/>
          <p:cNvSpPr txBox="1"/>
          <p:nvPr>
            <p:ph idx="6" type="title"/>
          </p:nvPr>
        </p:nvSpPr>
        <p:spPr>
          <a:xfrm>
            <a:off x="365098" y="3928825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1" name="Google Shape;271;p29"/>
          <p:cNvSpPr txBox="1"/>
          <p:nvPr>
            <p:ph idx="7" type="title"/>
          </p:nvPr>
        </p:nvSpPr>
        <p:spPr>
          <a:xfrm>
            <a:off x="365098" y="1408538"/>
            <a:ext cx="950400" cy="3936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2" name="Google Shape;272;p29"/>
          <p:cNvSpPr txBox="1"/>
          <p:nvPr>
            <p:ph idx="8" type="title"/>
          </p:nvPr>
        </p:nvSpPr>
        <p:spPr>
          <a:xfrm>
            <a:off x="133375" y="236850"/>
            <a:ext cx="50787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29"/>
          <p:cNvSpPr txBox="1"/>
          <p:nvPr>
            <p:ph idx="9" type="title"/>
          </p:nvPr>
        </p:nvSpPr>
        <p:spPr>
          <a:xfrm>
            <a:off x="1483100" y="1429088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4" name="Google Shape;274;p29"/>
          <p:cNvSpPr txBox="1"/>
          <p:nvPr>
            <p:ph idx="13" type="title"/>
          </p:nvPr>
        </p:nvSpPr>
        <p:spPr>
          <a:xfrm>
            <a:off x="1483100" y="20634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14" type="title"/>
          </p:nvPr>
        </p:nvSpPr>
        <p:spPr>
          <a:xfrm>
            <a:off x="1483100" y="33207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15" type="title"/>
          </p:nvPr>
        </p:nvSpPr>
        <p:spPr>
          <a:xfrm>
            <a:off x="1483100" y="394937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16" type="title"/>
          </p:nvPr>
        </p:nvSpPr>
        <p:spPr>
          <a:xfrm>
            <a:off x="1483100" y="4578025"/>
            <a:ext cx="4272900" cy="35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78" name="Google Shape;278;p2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9" name="Google Shape;279;p29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9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55300" y="-2199"/>
            <a:ext cx="1265400" cy="1288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None/>
              <a:defRPr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" name="Google Shape;285;p30"/>
          <p:cNvSpPr txBox="1"/>
          <p:nvPr>
            <p:ph idx="2" type="title"/>
          </p:nvPr>
        </p:nvSpPr>
        <p:spPr>
          <a:xfrm>
            <a:off x="1399375" y="2588200"/>
            <a:ext cx="5082000" cy="23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0"/>
          <p:cNvSpPr txBox="1"/>
          <p:nvPr>
            <p:ph idx="1" type="subTitle"/>
          </p:nvPr>
        </p:nvSpPr>
        <p:spPr>
          <a:xfrm>
            <a:off x="6561925" y="3856500"/>
            <a:ext cx="1835100" cy="440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87" name="Google Shape;287;p30"/>
          <p:cNvSpPr txBox="1"/>
          <p:nvPr>
            <p:ph idx="3" type="title"/>
          </p:nvPr>
        </p:nvSpPr>
        <p:spPr>
          <a:xfrm>
            <a:off x="1453924" y="228600"/>
            <a:ext cx="62361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88" name="Google Shape;288;p3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0"/>
          <p:cNvSpPr/>
          <p:nvPr>
            <p:ph idx="4" type="pic"/>
          </p:nvPr>
        </p:nvSpPr>
        <p:spPr>
          <a:xfrm>
            <a:off x="7756200" y="2584025"/>
            <a:ext cx="1263600" cy="127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9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/>
        </p:nvSpPr>
        <p:spPr>
          <a:xfrm>
            <a:off x="7752138" y="1291375"/>
            <a:ext cx="1270500" cy="129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31"/>
          <p:cNvSpPr/>
          <p:nvPr>
            <p:ph idx="2" type="pic"/>
          </p:nvPr>
        </p:nvSpPr>
        <p:spPr>
          <a:xfrm>
            <a:off x="7977750" y="1495975"/>
            <a:ext cx="819300" cy="881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31"/>
          <p:cNvSpPr/>
          <p:nvPr>
            <p:ph idx="3" type="pic"/>
          </p:nvPr>
        </p:nvSpPr>
        <p:spPr>
          <a:xfrm>
            <a:off x="5219025" y="1297000"/>
            <a:ext cx="2528100" cy="3847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3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31"/>
          <p:cNvSpPr txBox="1"/>
          <p:nvPr>
            <p:ph type="title"/>
          </p:nvPr>
        </p:nvSpPr>
        <p:spPr>
          <a:xfrm>
            <a:off x="1453924" y="228600"/>
            <a:ext cx="6149400" cy="567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1"/>
          <p:cNvSpPr txBox="1"/>
          <p:nvPr>
            <p:ph idx="4" type="title"/>
          </p:nvPr>
        </p:nvSpPr>
        <p:spPr>
          <a:xfrm>
            <a:off x="419575" y="449550"/>
            <a:ext cx="6891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cxnSp>
        <p:nvCxnSpPr>
          <p:cNvPr id="298" name="Google Shape;298;p31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1"/>
          <p:cNvSpPr txBox="1"/>
          <p:nvPr>
            <p:ph idx="1" type="subTitle"/>
          </p:nvPr>
        </p:nvSpPr>
        <p:spPr>
          <a:xfrm>
            <a:off x="1399375" y="330332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1" name="Google Shape;301;p31"/>
          <p:cNvSpPr txBox="1"/>
          <p:nvPr>
            <p:ph idx="5" type="subTitle"/>
          </p:nvPr>
        </p:nvSpPr>
        <p:spPr>
          <a:xfrm>
            <a:off x="1399375" y="2581675"/>
            <a:ext cx="3813000" cy="4401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tem comparison and image">
  <p:cSld name="CUSTOM_4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/>
          <p:nvPr>
            <p:ph idx="1" type="subTitle"/>
          </p:nvPr>
        </p:nvSpPr>
        <p:spPr>
          <a:xfrm>
            <a:off x="6486300" y="259055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32"/>
          <p:cNvSpPr txBox="1"/>
          <p:nvPr>
            <p:ph type="title"/>
          </p:nvPr>
        </p:nvSpPr>
        <p:spPr>
          <a:xfrm>
            <a:off x="6486300" y="303920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5" name="Google Shape;305;p32"/>
          <p:cNvSpPr txBox="1"/>
          <p:nvPr>
            <p:ph idx="2" type="subTitle"/>
          </p:nvPr>
        </p:nvSpPr>
        <p:spPr>
          <a:xfrm>
            <a:off x="3939525" y="258385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32"/>
          <p:cNvSpPr txBox="1"/>
          <p:nvPr>
            <p:ph idx="3" type="title"/>
          </p:nvPr>
        </p:nvSpPr>
        <p:spPr>
          <a:xfrm>
            <a:off x="3942875" y="303920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7" name="Google Shape;307;p32"/>
          <p:cNvSpPr txBox="1"/>
          <p:nvPr>
            <p:ph idx="4" type="subTitle"/>
          </p:nvPr>
        </p:nvSpPr>
        <p:spPr>
          <a:xfrm>
            <a:off x="136200" y="1289875"/>
            <a:ext cx="38106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8" name="Google Shape;308;p32"/>
          <p:cNvSpPr txBox="1"/>
          <p:nvPr>
            <p:ph idx="5" type="title"/>
          </p:nvPr>
        </p:nvSpPr>
        <p:spPr>
          <a:xfrm>
            <a:off x="136200" y="1822150"/>
            <a:ext cx="38106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09" name="Google Shape;309;p32"/>
          <p:cNvSpPr/>
          <p:nvPr>
            <p:ph idx="6" type="pic"/>
          </p:nvPr>
        </p:nvSpPr>
        <p:spPr>
          <a:xfrm>
            <a:off x="133925" y="0"/>
            <a:ext cx="1260300" cy="12864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32"/>
          <p:cNvSpPr txBox="1"/>
          <p:nvPr>
            <p:ph idx="7" type="subTitle"/>
          </p:nvPr>
        </p:nvSpPr>
        <p:spPr>
          <a:xfrm>
            <a:off x="3940875" y="22860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32"/>
          <p:cNvSpPr txBox="1"/>
          <p:nvPr>
            <p:ph idx="8" type="title"/>
          </p:nvPr>
        </p:nvSpPr>
        <p:spPr>
          <a:xfrm>
            <a:off x="3940875" y="67725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13" name="Google Shape;313;p32"/>
          <p:cNvSpPr txBox="1"/>
          <p:nvPr>
            <p:ph idx="9" type="subTitle"/>
          </p:nvPr>
        </p:nvSpPr>
        <p:spPr>
          <a:xfrm>
            <a:off x="6481000" y="228600"/>
            <a:ext cx="2540700" cy="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32"/>
          <p:cNvSpPr txBox="1"/>
          <p:nvPr>
            <p:ph idx="13" type="title"/>
          </p:nvPr>
        </p:nvSpPr>
        <p:spPr>
          <a:xfrm>
            <a:off x="6481000" y="677250"/>
            <a:ext cx="2540700" cy="11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2 1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3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pic>
        <p:nvPicPr>
          <p:cNvPr id="317" name="Google Shape;317;p33"/>
          <p:cNvPicPr preferRelativeResize="0"/>
          <p:nvPr/>
        </p:nvPicPr>
        <p:blipFill rotWithShape="1">
          <a:blip r:embed="rId2">
            <a:alphaModFix/>
          </a:blip>
          <a:srcRect b="0" l="0" r="30109" t="73622"/>
          <a:stretch/>
        </p:blipFill>
        <p:spPr>
          <a:xfrm rot="10800000">
            <a:off x="133300" y="4683125"/>
            <a:ext cx="2159200" cy="4584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4"/>
              </a:gs>
              <a:gs pos="49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318" name="Google Shape;318;p33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3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33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1" name="Google Shape;321;p33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2" name="Google Shape;322;p33"/>
          <p:cNvSpPr/>
          <p:nvPr>
            <p:ph idx="4" type="pic"/>
          </p:nvPr>
        </p:nvSpPr>
        <p:spPr>
          <a:xfrm>
            <a:off x="7752125" y="2584175"/>
            <a:ext cx="12666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3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33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5" name="Google Shape;325;p33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6" name="Google Shape;326;p33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7" name="Google Shape;327;p33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8" name="Google Shape;328;p33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29" name="Google Shape;329;p33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0" name="Google Shape;330;p33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CUSTOM_6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/>
          <p:nvPr>
            <p:ph idx="1" type="subTitle"/>
          </p:nvPr>
        </p:nvSpPr>
        <p:spPr>
          <a:xfrm>
            <a:off x="2679700" y="1295400"/>
            <a:ext cx="38013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3" name="Google Shape;333;p34"/>
          <p:cNvSpPr txBox="1"/>
          <p:nvPr>
            <p:ph idx="2" type="body"/>
          </p:nvPr>
        </p:nvSpPr>
        <p:spPr>
          <a:xfrm>
            <a:off x="2679700" y="1744013"/>
            <a:ext cx="2533200" cy="8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4" name="Google Shape;334;p34"/>
          <p:cNvSpPr txBox="1"/>
          <p:nvPr>
            <p:ph idx="3" type="subTitle"/>
          </p:nvPr>
        </p:nvSpPr>
        <p:spPr>
          <a:xfrm>
            <a:off x="139700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5" name="Google Shape;335;p34"/>
          <p:cNvSpPr txBox="1"/>
          <p:nvPr>
            <p:ph idx="4" type="body"/>
          </p:nvPr>
        </p:nvSpPr>
        <p:spPr>
          <a:xfrm>
            <a:off x="139700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6" name="Google Shape;336;p34"/>
          <p:cNvSpPr txBox="1"/>
          <p:nvPr>
            <p:ph idx="5" type="subTitle"/>
          </p:nvPr>
        </p:nvSpPr>
        <p:spPr>
          <a:xfrm>
            <a:off x="2677600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37" name="Google Shape;337;p34"/>
          <p:cNvSpPr txBox="1"/>
          <p:nvPr>
            <p:ph idx="6" type="body"/>
          </p:nvPr>
        </p:nvSpPr>
        <p:spPr>
          <a:xfrm>
            <a:off x="2677600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8" name="Google Shape;338;p34"/>
          <p:cNvSpPr txBox="1"/>
          <p:nvPr>
            <p:ph idx="7" type="subTitle"/>
          </p:nvPr>
        </p:nvSpPr>
        <p:spPr>
          <a:xfrm>
            <a:off x="5210575" y="2570150"/>
            <a:ext cx="25251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strument Sans"/>
              <a:buNone/>
              <a:defRPr sz="12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9" name="Google Shape;339;p34"/>
          <p:cNvSpPr txBox="1"/>
          <p:nvPr>
            <p:ph idx="8" type="body"/>
          </p:nvPr>
        </p:nvSpPr>
        <p:spPr>
          <a:xfrm>
            <a:off x="5210575" y="3059100"/>
            <a:ext cx="2525100" cy="16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0" name="Google Shape;340;p3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34"/>
          <p:cNvSpPr/>
          <p:nvPr>
            <p:ph idx="9" type="pic"/>
          </p:nvPr>
        </p:nvSpPr>
        <p:spPr>
          <a:xfrm>
            <a:off x="133525" y="1298275"/>
            <a:ext cx="2531400" cy="127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34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CUSTOM_10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5" name="Google Shape;345;p35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6" name="Google Shape;346;p35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7" name="Google Shape;347;p35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8" name="Google Shape;348;p35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9" name="Google Shape;349;p35"/>
          <p:cNvSpPr txBox="1"/>
          <p:nvPr>
            <p:ph idx="6" type="subTitle"/>
          </p:nvPr>
        </p:nvSpPr>
        <p:spPr>
          <a:xfrm>
            <a:off x="26728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50" name="Google Shape;350;p3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35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35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3" name="Google Shape;353;p35"/>
          <p:cNvSpPr/>
          <p:nvPr>
            <p:ph idx="8" type="pic"/>
          </p:nvPr>
        </p:nvSpPr>
        <p:spPr>
          <a:xfrm>
            <a:off x="134350" y="1295850"/>
            <a:ext cx="2529300" cy="1277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35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35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35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7" name="Google Shape;357;p35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8" name="Google Shape;358;p35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5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0" name="Google Shape;360;p35"/>
          <p:cNvSpPr txBox="1"/>
          <p:nvPr>
            <p:ph idx="18" type="subTitle"/>
          </p:nvPr>
        </p:nvSpPr>
        <p:spPr>
          <a:xfrm>
            <a:off x="13970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1" name="Google Shape;361;p35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62" name="Google Shape;362;p35"/>
          <p:cNvSpPr txBox="1"/>
          <p:nvPr>
            <p:ph idx="20" type="subTitle"/>
          </p:nvPr>
        </p:nvSpPr>
        <p:spPr>
          <a:xfrm>
            <a:off x="5220250" y="4301624"/>
            <a:ext cx="25383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 1">
  <p:cSld name="CUSTOM_1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 txBox="1"/>
          <p:nvPr>
            <p:ph idx="1" type="body"/>
          </p:nvPr>
        </p:nvSpPr>
        <p:spPr>
          <a:xfrm>
            <a:off x="284550" y="2579575"/>
            <a:ext cx="3655500" cy="12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65" name="Google Shape;365;p3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6" name="Google Shape;366;p36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grpSp>
        <p:nvGrpSpPr>
          <p:cNvPr id="367" name="Google Shape;367;p36"/>
          <p:cNvGrpSpPr/>
          <p:nvPr/>
        </p:nvGrpSpPr>
        <p:grpSpPr>
          <a:xfrm>
            <a:off x="128875" y="-3665"/>
            <a:ext cx="8896225" cy="5148365"/>
            <a:chOff x="128875" y="-3665"/>
            <a:chExt cx="8896225" cy="5148365"/>
          </a:xfrm>
        </p:grpSpPr>
        <p:cxnSp>
          <p:nvCxnSpPr>
            <p:cNvPr id="368" name="Google Shape;368;p36"/>
            <p:cNvCxnSpPr/>
            <p:nvPr/>
          </p:nvCxnSpPr>
          <p:spPr>
            <a:xfrm>
              <a:off x="5212100" y="-3665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p36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" name="Google Shape;370;p36"/>
            <p:cNvCxnSpPr/>
            <p:nvPr/>
          </p:nvCxnSpPr>
          <p:spPr>
            <a:xfrm>
              <a:off x="7752125" y="1069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36"/>
            <p:cNvCxnSpPr/>
            <p:nvPr/>
          </p:nvCxnSpPr>
          <p:spPr>
            <a:xfrm>
              <a:off x="5212100" y="22322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36"/>
            <p:cNvCxnSpPr/>
            <p:nvPr/>
          </p:nvCxnSpPr>
          <p:spPr>
            <a:xfrm>
              <a:off x="5210175" y="38677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36"/>
            <p:cNvCxnSpPr/>
            <p:nvPr/>
          </p:nvCxnSpPr>
          <p:spPr>
            <a:xfrm>
              <a:off x="5212100" y="2579575"/>
              <a:ext cx="381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36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5" name="Google Shape;375;p36"/>
          <p:cNvSpPr txBox="1"/>
          <p:nvPr>
            <p:ph idx="2" type="subTitle"/>
          </p:nvPr>
        </p:nvSpPr>
        <p:spPr>
          <a:xfrm>
            <a:off x="284550" y="1291424"/>
            <a:ext cx="365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76" name="Google Shape;376;p36"/>
          <p:cNvSpPr/>
          <p:nvPr>
            <p:ph idx="3" type="pic"/>
          </p:nvPr>
        </p:nvSpPr>
        <p:spPr>
          <a:xfrm>
            <a:off x="5219000" y="228600"/>
            <a:ext cx="2528400" cy="23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36"/>
          <p:cNvSpPr/>
          <p:nvPr>
            <p:ph idx="4" type="pic"/>
          </p:nvPr>
        </p:nvSpPr>
        <p:spPr>
          <a:xfrm>
            <a:off x="7757025" y="2584925"/>
            <a:ext cx="1261500" cy="12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_1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02699" y="3851249"/>
            <a:ext cx="1292251" cy="1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7"/>
          <p:cNvSpPr txBox="1"/>
          <p:nvPr>
            <p:ph idx="1" type="subTitle"/>
          </p:nvPr>
        </p:nvSpPr>
        <p:spPr>
          <a:xfrm>
            <a:off x="5372900" y="4200925"/>
            <a:ext cx="1429800" cy="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37"/>
          <p:cNvSpPr txBox="1"/>
          <p:nvPr>
            <p:ph idx="2" type="subTitle"/>
          </p:nvPr>
        </p:nvSpPr>
        <p:spPr>
          <a:xfrm>
            <a:off x="5372900" y="4504718"/>
            <a:ext cx="14298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37"/>
          <p:cNvSpPr txBox="1"/>
          <p:nvPr>
            <p:ph idx="3" type="subTitle"/>
          </p:nvPr>
        </p:nvSpPr>
        <p:spPr>
          <a:xfrm>
            <a:off x="5372900" y="170855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3" name="Google Shape;383;p37"/>
          <p:cNvSpPr txBox="1"/>
          <p:nvPr>
            <p:ph idx="4" type="subTitle"/>
          </p:nvPr>
        </p:nvSpPr>
        <p:spPr>
          <a:xfrm>
            <a:off x="5372900" y="2060150"/>
            <a:ext cx="15975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4" name="Google Shape;384;p37"/>
          <p:cNvSpPr txBox="1"/>
          <p:nvPr>
            <p:ph idx="5" type="subTitle"/>
          </p:nvPr>
        </p:nvSpPr>
        <p:spPr>
          <a:xfrm>
            <a:off x="6953375" y="170855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37"/>
          <p:cNvSpPr txBox="1"/>
          <p:nvPr>
            <p:ph idx="6" type="subTitle"/>
          </p:nvPr>
        </p:nvSpPr>
        <p:spPr>
          <a:xfrm>
            <a:off x="6953375" y="2060150"/>
            <a:ext cx="1597500" cy="1017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86" name="Google Shape;386;p37"/>
          <p:cNvCxnSpPr/>
          <p:nvPr/>
        </p:nvCxnSpPr>
        <p:spPr>
          <a:xfrm>
            <a:off x="902325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7"/>
          <p:cNvCxnSpPr/>
          <p:nvPr/>
        </p:nvCxnSpPr>
        <p:spPr>
          <a:xfrm>
            <a:off x="118800" y="0"/>
            <a:ext cx="0" cy="5135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37"/>
          <p:cNvSpPr txBox="1"/>
          <p:nvPr>
            <p:ph idx="7" type="subTitle"/>
          </p:nvPr>
        </p:nvSpPr>
        <p:spPr>
          <a:xfrm>
            <a:off x="5372900" y="17420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37"/>
          <p:cNvSpPr txBox="1"/>
          <p:nvPr>
            <p:ph idx="8" type="subTitle"/>
          </p:nvPr>
        </p:nvSpPr>
        <p:spPr>
          <a:xfrm>
            <a:off x="139700" y="1653090"/>
            <a:ext cx="365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90" name="Google Shape;390;p3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37"/>
          <p:cNvSpPr txBox="1"/>
          <p:nvPr>
            <p:ph type="title"/>
          </p:nvPr>
        </p:nvSpPr>
        <p:spPr>
          <a:xfrm>
            <a:off x="139700" y="228600"/>
            <a:ext cx="5079300" cy="10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2" name="Google Shape;392;p37"/>
          <p:cNvSpPr txBox="1"/>
          <p:nvPr>
            <p:ph idx="9" type="subTitle"/>
          </p:nvPr>
        </p:nvSpPr>
        <p:spPr>
          <a:xfrm>
            <a:off x="5372900" y="525800"/>
            <a:ext cx="15975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37"/>
          <p:cNvSpPr txBox="1"/>
          <p:nvPr>
            <p:ph idx="13" type="subTitle"/>
          </p:nvPr>
        </p:nvSpPr>
        <p:spPr>
          <a:xfrm>
            <a:off x="6953375" y="174200"/>
            <a:ext cx="1597500" cy="3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37"/>
          <p:cNvSpPr txBox="1"/>
          <p:nvPr>
            <p:ph idx="14" type="subTitle"/>
          </p:nvPr>
        </p:nvSpPr>
        <p:spPr>
          <a:xfrm>
            <a:off x="6953375" y="525800"/>
            <a:ext cx="15975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5" name="Google Shape;395;p37"/>
          <p:cNvSpPr txBox="1"/>
          <p:nvPr>
            <p:ph idx="15" type="subTitle"/>
          </p:nvPr>
        </p:nvSpPr>
        <p:spPr>
          <a:xfrm>
            <a:off x="6970400" y="4200925"/>
            <a:ext cx="1429800" cy="3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3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"/>
          <p:cNvSpPr/>
          <p:nvPr>
            <p:ph idx="2" type="pic"/>
          </p:nvPr>
        </p:nvSpPr>
        <p:spPr>
          <a:xfrm>
            <a:off x="775435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38"/>
          <p:cNvSpPr/>
          <p:nvPr>
            <p:ph idx="3" type="pic"/>
          </p:nvPr>
        </p:nvSpPr>
        <p:spPr>
          <a:xfrm>
            <a:off x="5212300" y="2584475"/>
            <a:ext cx="1263000" cy="12726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3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0" name="Google Shape;400;p38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8"/>
          <p:cNvCxnSpPr/>
          <p:nvPr/>
        </p:nvCxnSpPr>
        <p:spPr>
          <a:xfrm>
            <a:off x="9023250" y="-60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8"/>
          <p:cNvCxnSpPr/>
          <p:nvPr/>
        </p:nvCxnSpPr>
        <p:spPr>
          <a:xfrm>
            <a:off x="9020977" y="1291063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8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38"/>
          <p:cNvSpPr txBox="1"/>
          <p:nvPr>
            <p:ph type="title"/>
          </p:nvPr>
        </p:nvSpPr>
        <p:spPr>
          <a:xfrm>
            <a:off x="139700" y="228600"/>
            <a:ext cx="5242500" cy="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5" name="Google Shape;405;p38"/>
          <p:cNvSpPr txBox="1"/>
          <p:nvPr>
            <p:ph idx="4" type="title"/>
          </p:nvPr>
        </p:nvSpPr>
        <p:spPr>
          <a:xfrm>
            <a:off x="139700" y="12940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6" name="Google Shape;406;p38"/>
          <p:cNvSpPr txBox="1"/>
          <p:nvPr>
            <p:ph idx="5" type="title"/>
          </p:nvPr>
        </p:nvSpPr>
        <p:spPr>
          <a:xfrm>
            <a:off x="139700" y="18092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7" name="Google Shape;407;p38"/>
          <p:cNvSpPr txBox="1"/>
          <p:nvPr>
            <p:ph idx="6" type="title"/>
          </p:nvPr>
        </p:nvSpPr>
        <p:spPr>
          <a:xfrm>
            <a:off x="139700" y="25844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38"/>
          <p:cNvSpPr txBox="1"/>
          <p:nvPr>
            <p:ph idx="7" type="title"/>
          </p:nvPr>
        </p:nvSpPr>
        <p:spPr>
          <a:xfrm>
            <a:off x="139700" y="30996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09" name="Google Shape;409;p38"/>
          <p:cNvSpPr txBox="1"/>
          <p:nvPr>
            <p:ph idx="8" type="title"/>
          </p:nvPr>
        </p:nvSpPr>
        <p:spPr>
          <a:xfrm>
            <a:off x="139700" y="3874875"/>
            <a:ext cx="38004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38"/>
          <p:cNvSpPr txBox="1"/>
          <p:nvPr>
            <p:ph idx="9" type="title"/>
          </p:nvPr>
        </p:nvSpPr>
        <p:spPr>
          <a:xfrm>
            <a:off x="139700" y="4390075"/>
            <a:ext cx="38004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strument Sans"/>
              <a:buNone/>
              <a:defRPr sz="24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7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9"/>
          <p:cNvPicPr preferRelativeResize="0"/>
          <p:nvPr/>
        </p:nvPicPr>
        <p:blipFill rotWithShape="1">
          <a:blip r:embed="rId2">
            <a:alphaModFix/>
          </a:blip>
          <a:srcRect b="13329" l="0" r="0" t="10503"/>
          <a:stretch/>
        </p:blipFill>
        <p:spPr>
          <a:xfrm rot="10800000">
            <a:off x="135149" y="1285126"/>
            <a:ext cx="5075876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A solid green color" id="413" name="Google Shape;413;p39"/>
          <p:cNvSpPr/>
          <p:nvPr/>
        </p:nvSpPr>
        <p:spPr>
          <a:xfrm>
            <a:off x="135138" y="900"/>
            <a:ext cx="1257900" cy="128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descr="A solid blue color" id="414" name="Google Shape;414;p39"/>
          <p:cNvSpPr/>
          <p:nvPr/>
        </p:nvSpPr>
        <p:spPr>
          <a:xfrm>
            <a:off x="5218975" y="-1050"/>
            <a:ext cx="1257900" cy="1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5" name="Google Shape;415;p3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6" name="Google Shape;416;p39"/>
          <p:cNvSpPr txBox="1"/>
          <p:nvPr>
            <p:ph type="title"/>
          </p:nvPr>
        </p:nvSpPr>
        <p:spPr>
          <a:xfrm>
            <a:off x="128875" y="1666875"/>
            <a:ext cx="4922400" cy="3245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39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18" name="Google Shape;418;p39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19" name="Google Shape;419;p39"/>
          <p:cNvSpPr/>
          <p:nvPr>
            <p:ph idx="3" type="pic"/>
          </p:nvPr>
        </p:nvSpPr>
        <p:spPr>
          <a:xfrm>
            <a:off x="7757975" y="1297450"/>
            <a:ext cx="1259700" cy="1275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0" name="Google Shape;420;p39"/>
          <p:cNvGrpSpPr/>
          <p:nvPr/>
        </p:nvGrpSpPr>
        <p:grpSpPr>
          <a:xfrm>
            <a:off x="128875" y="0"/>
            <a:ext cx="8894550" cy="5152800"/>
            <a:chOff x="128875" y="0"/>
            <a:chExt cx="8894550" cy="5152800"/>
          </a:xfrm>
        </p:grpSpPr>
        <p:cxnSp>
          <p:nvCxnSpPr>
            <p:cNvPr id="421" name="Google Shape;421;p39"/>
            <p:cNvCxnSpPr/>
            <p:nvPr/>
          </p:nvCxnSpPr>
          <p:spPr>
            <a:xfrm>
              <a:off x="6480997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2" name="Google Shape;422;p39"/>
            <p:cNvCxnSpPr/>
            <p:nvPr/>
          </p:nvCxnSpPr>
          <p:spPr>
            <a:xfrm>
              <a:off x="7752136" y="1200"/>
              <a:ext cx="0" cy="258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3" name="Google Shape;423;p39"/>
            <p:cNvCxnSpPr/>
            <p:nvPr/>
          </p:nvCxnSpPr>
          <p:spPr>
            <a:xfrm>
              <a:off x="5213125" y="2579575"/>
              <a:ext cx="3810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4" name="Google Shape;424;p39"/>
            <p:cNvCxnSpPr/>
            <p:nvPr/>
          </p:nvCxnSpPr>
          <p:spPr>
            <a:xfrm>
              <a:off x="5212100" y="1075"/>
              <a:ext cx="0" cy="513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p39"/>
            <p:cNvCxnSpPr/>
            <p:nvPr/>
          </p:nvCxnSpPr>
          <p:spPr>
            <a:xfrm>
              <a:off x="394015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Google Shape;426;p39"/>
            <p:cNvCxnSpPr/>
            <p:nvPr/>
          </p:nvCxnSpPr>
          <p:spPr>
            <a:xfrm>
              <a:off x="2669725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39"/>
            <p:cNvCxnSpPr/>
            <p:nvPr/>
          </p:nvCxnSpPr>
          <p:spPr>
            <a:xfrm>
              <a:off x="1399300" y="1200"/>
              <a:ext cx="0" cy="129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p39"/>
            <p:cNvCxnSpPr/>
            <p:nvPr/>
          </p:nvCxnSpPr>
          <p:spPr>
            <a:xfrm>
              <a:off x="128875" y="0"/>
              <a:ext cx="0" cy="515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39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39"/>
            <p:cNvCxnSpPr/>
            <p:nvPr/>
          </p:nvCxnSpPr>
          <p:spPr>
            <a:xfrm>
              <a:off x="128875" y="1291375"/>
              <a:ext cx="8894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2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0"/>
          <p:cNvPicPr preferRelativeResize="0"/>
          <p:nvPr/>
        </p:nvPicPr>
        <p:blipFill rotWithShape="1">
          <a:blip r:embed="rId2">
            <a:alphaModFix/>
          </a:blip>
          <a:srcRect b="0" l="-14116" r="0" t="239"/>
          <a:stretch/>
        </p:blipFill>
        <p:spPr>
          <a:xfrm rot="-5400000">
            <a:off x="7090639" y="651563"/>
            <a:ext cx="2584673" cy="127100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0"/>
          <p:cNvSpPr/>
          <p:nvPr>
            <p:ph idx="2" type="pic"/>
          </p:nvPr>
        </p:nvSpPr>
        <p:spPr>
          <a:xfrm>
            <a:off x="125900" y="-5250"/>
            <a:ext cx="3826500" cy="258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40"/>
          <p:cNvSpPr/>
          <p:nvPr>
            <p:ph idx="3" type="pic"/>
          </p:nvPr>
        </p:nvSpPr>
        <p:spPr>
          <a:xfrm>
            <a:off x="7756975" y="3876725"/>
            <a:ext cx="1261500" cy="12681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40"/>
          <p:cNvSpPr txBox="1"/>
          <p:nvPr>
            <p:ph type="title"/>
          </p:nvPr>
        </p:nvSpPr>
        <p:spPr>
          <a:xfrm>
            <a:off x="125900" y="2579575"/>
            <a:ext cx="6355200" cy="233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436" name="Google Shape;436;p40"/>
          <p:cNvGrpSpPr/>
          <p:nvPr/>
        </p:nvGrpSpPr>
        <p:grpSpPr>
          <a:xfrm>
            <a:off x="128875" y="-1950"/>
            <a:ext cx="8894675" cy="5146650"/>
            <a:chOff x="128875" y="-1950"/>
            <a:chExt cx="8894675" cy="5146650"/>
          </a:xfrm>
        </p:grpSpPr>
        <p:cxnSp>
          <p:nvCxnSpPr>
            <p:cNvPr id="437" name="Google Shape;437;p40"/>
            <p:cNvCxnSpPr/>
            <p:nvPr/>
          </p:nvCxnSpPr>
          <p:spPr>
            <a:xfrm>
              <a:off x="77521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40"/>
            <p:cNvCxnSpPr/>
            <p:nvPr/>
          </p:nvCxnSpPr>
          <p:spPr>
            <a:xfrm>
              <a:off x="5212100" y="-8"/>
              <a:ext cx="0" cy="1287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40"/>
            <p:cNvCxnSpPr/>
            <p:nvPr/>
          </p:nvCxnSpPr>
          <p:spPr>
            <a:xfrm>
              <a:off x="3950538" y="-1950"/>
              <a:ext cx="0" cy="257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40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p40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40"/>
            <p:cNvCxnSpPr>
              <a:endCxn id="443" idx="3"/>
            </p:cNvCxnSpPr>
            <p:nvPr/>
          </p:nvCxnSpPr>
          <p:spPr>
            <a:xfrm flipH="1" rot="10800000">
              <a:off x="3953100" y="1284725"/>
              <a:ext cx="3796800" cy="66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4" name="Google Shape;444;p40"/>
            <p:cNvCxnSpPr/>
            <p:nvPr/>
          </p:nvCxnSpPr>
          <p:spPr>
            <a:xfrm>
              <a:off x="7753950" y="3875875"/>
              <a:ext cx="12696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5" name="Google Shape;445;p40"/>
            <p:cNvCxnSpPr/>
            <p:nvPr/>
          </p:nvCxnSpPr>
          <p:spPr>
            <a:xfrm>
              <a:off x="6481000" y="-1125"/>
              <a:ext cx="0" cy="1288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40"/>
            <p:cNvCxnSpPr/>
            <p:nvPr/>
          </p:nvCxnSpPr>
          <p:spPr>
            <a:xfrm>
              <a:off x="143975" y="2579575"/>
              <a:ext cx="8876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304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2">
  <p:cSld name="BLANK_1_1_1_1_1_1_1_2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1"/>
          <p:cNvPicPr preferRelativeResize="0"/>
          <p:nvPr/>
        </p:nvPicPr>
        <p:blipFill rotWithShape="1">
          <a:blip r:embed="rId2">
            <a:alphaModFix/>
          </a:blip>
          <a:srcRect b="0" l="1088" r="0" t="0"/>
          <a:stretch/>
        </p:blipFill>
        <p:spPr>
          <a:xfrm>
            <a:off x="128875" y="-6275"/>
            <a:ext cx="90442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1"/>
          <p:cNvSpPr txBox="1"/>
          <p:nvPr>
            <p:ph idx="1" type="subTitle"/>
          </p:nvPr>
        </p:nvSpPr>
        <p:spPr>
          <a:xfrm>
            <a:off x="128875" y="-450"/>
            <a:ext cx="2541000" cy="12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Instrument Sans"/>
              <a:buNone/>
              <a:defRPr sz="8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50" name="Google Shape;450;p41"/>
          <p:cNvSpPr txBox="1"/>
          <p:nvPr>
            <p:ph type="title"/>
          </p:nvPr>
        </p:nvSpPr>
        <p:spPr>
          <a:xfrm>
            <a:off x="128125" y="2579575"/>
            <a:ext cx="5346900" cy="23328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1" name="Google Shape;451;p4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1"/>
          <p:cNvSpPr/>
          <p:nvPr>
            <p:ph idx="2" type="pic"/>
          </p:nvPr>
        </p:nvSpPr>
        <p:spPr>
          <a:xfrm>
            <a:off x="2673625" y="-3975"/>
            <a:ext cx="1261800" cy="12918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1"/>
          <p:cNvSpPr/>
          <p:nvPr>
            <p:ph idx="3" type="pic"/>
          </p:nvPr>
        </p:nvSpPr>
        <p:spPr>
          <a:xfrm>
            <a:off x="7752125" y="-2225"/>
            <a:ext cx="1264500" cy="38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54" name="Google Shape;454;p41"/>
          <p:cNvGrpSpPr/>
          <p:nvPr/>
        </p:nvGrpSpPr>
        <p:grpSpPr>
          <a:xfrm>
            <a:off x="128875" y="-3350"/>
            <a:ext cx="8890817" cy="5151000"/>
            <a:chOff x="128875" y="-3350"/>
            <a:chExt cx="8894375" cy="5151000"/>
          </a:xfrm>
        </p:grpSpPr>
        <p:cxnSp>
          <p:nvCxnSpPr>
            <p:cNvPr id="455" name="Google Shape;455;p41"/>
            <p:cNvCxnSpPr/>
            <p:nvPr/>
          </p:nvCxnSpPr>
          <p:spPr>
            <a:xfrm>
              <a:off x="6481000" y="-1125"/>
              <a:ext cx="0" cy="51459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41"/>
            <p:cNvCxnSpPr/>
            <p:nvPr/>
          </p:nvCxnSpPr>
          <p:spPr>
            <a:xfrm>
              <a:off x="7752125" y="-3350"/>
              <a:ext cx="0" cy="51510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41"/>
            <p:cNvCxnSpPr/>
            <p:nvPr/>
          </p:nvCxnSpPr>
          <p:spPr>
            <a:xfrm>
              <a:off x="6483092" y="3861475"/>
              <a:ext cx="2537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41"/>
            <p:cNvCxnSpPr/>
            <p:nvPr/>
          </p:nvCxnSpPr>
          <p:spPr>
            <a:xfrm>
              <a:off x="6484267" y="2579575"/>
              <a:ext cx="12687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41"/>
            <p:cNvCxnSpPr/>
            <p:nvPr/>
          </p:nvCxnSpPr>
          <p:spPr>
            <a:xfrm>
              <a:off x="5212108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41"/>
            <p:cNvCxnSpPr/>
            <p:nvPr/>
          </p:nvCxnSpPr>
          <p:spPr>
            <a:xfrm>
              <a:off x="3940162" y="-616"/>
              <a:ext cx="0" cy="12912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1" name="Google Shape;461;p41"/>
            <p:cNvCxnSpPr/>
            <p:nvPr/>
          </p:nvCxnSpPr>
          <p:spPr>
            <a:xfrm>
              <a:off x="2669741" y="-1225"/>
              <a:ext cx="0" cy="12918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" name="Google Shape;462;p41"/>
            <p:cNvCxnSpPr/>
            <p:nvPr/>
          </p:nvCxnSpPr>
          <p:spPr>
            <a:xfrm>
              <a:off x="128875" y="0"/>
              <a:ext cx="0" cy="51447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" name="Google Shape;463;p41"/>
            <p:cNvCxnSpPr/>
            <p:nvPr/>
          </p:nvCxnSpPr>
          <p:spPr>
            <a:xfrm>
              <a:off x="9023250" y="120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41"/>
            <p:cNvCxnSpPr/>
            <p:nvPr/>
          </p:nvCxnSpPr>
          <p:spPr>
            <a:xfrm>
              <a:off x="128875" y="1291375"/>
              <a:ext cx="7626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67" name="Google Shape;467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2" name="Google Shape;47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5" name="Google Shape;475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6" name="Google Shape;476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81" name="Google Shape;481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86" name="Google Shape;486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7" name="Google Shape;487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92" name="Google Shape;492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9" name="Google Shape;499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0" name="Google Shape;500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4" name="Google Shape;504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508" name="Google Shape;508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1" name="Google Shape;511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4" name="Google Shape;514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5" name="Google Shape;515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516" name="Google Shape;516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7" name="Google Shape;517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8" name="Google Shape;518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9" name="Google Shape;519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2" name="Google Shape;522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3" name="Google Shape;523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25" name="Google Shape;525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526" name="Google Shape;526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7" name="Google Shape;527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8" name="Google Shape;528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9" name="Google Shape;529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2" name="Google Shape;532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5" name="Google Shape;535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8" name="Google Shape;53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9" name="Google Shape;539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0" name="Google Shape;540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3" name="Google Shape;543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5" name="Google Shape;545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6" name="Google Shape;546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8" name="Google Shape;54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9" name="Google Shape;549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0" name="Google Shape;550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1" name="Google Shape;551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9" name="Google Shape;559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2" name="Google Shape;562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57.xml"/><Relationship Id="rId47" Type="http://schemas.openxmlformats.org/officeDocument/2006/relationships/slideLayout" Target="../slideLayouts/slideLayout58.xml"/><Relationship Id="rId48" Type="http://schemas.openxmlformats.org/officeDocument/2006/relationships/slideLayout" Target="../slideLayouts/slideLayout59.xml"/><Relationship Id="rId49" Type="http://schemas.openxmlformats.org/officeDocument/2006/relationships/slideLayout" Target="../slideLayouts/slideLayout60.xml"/><Relationship Id="rId5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28875" y="1291375"/>
            <a:ext cx="38112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129300" y="2286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485075" y="1479525"/>
            <a:ext cx="38499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84">
          <p15:clr>
            <a:srgbClr val="E46962"/>
          </p15:clr>
        </p15:guide>
        <p15:guide id="2" pos="81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881">
          <p15:clr>
            <a:srgbClr val="E46962"/>
          </p15:clr>
        </p15:guide>
        <p15:guide id="6" pos="1682">
          <p15:clr>
            <a:srgbClr val="E46962"/>
          </p15:clr>
        </p15:guide>
        <p15:guide id="7" pos="4083">
          <p15:clr>
            <a:srgbClr val="E46962"/>
          </p15:clr>
        </p15:guide>
        <p15:guide id="8" pos="4883">
          <p15:clr>
            <a:srgbClr val="E46962"/>
          </p15:clr>
        </p15:guide>
        <p15:guide id="9" pos="3283">
          <p15:clr>
            <a:srgbClr val="E46962"/>
          </p15:clr>
        </p15:guide>
        <p15:guide id="10" pos="2482">
          <p15:clr>
            <a:srgbClr val="E46962"/>
          </p15:clr>
        </p15:guide>
        <p15:guide id="11" orient="horz" pos="288">
          <p15:clr>
            <a:srgbClr val="E46962"/>
          </p15:clr>
        </p15:guide>
        <p15:guide id="12" orient="horz" pos="2950">
          <p15:clr>
            <a:srgbClr val="E46962"/>
          </p15:clr>
        </p15:guide>
        <p15:guide id="13" orient="horz" pos="1625">
          <p15:clr>
            <a:srgbClr val="E46962"/>
          </p15:clr>
        </p15:guide>
        <p15:guide id="14" orient="horz" pos="2432">
          <p15:clr>
            <a:srgbClr val="E46962"/>
          </p15:clr>
        </p15:guide>
        <p15:guide id="15" orient="horz" pos="813">
          <p15:clr>
            <a:srgbClr val="E46962"/>
          </p15:clr>
        </p15:guide>
        <p15:guide id="16" pos="179">
          <p15:clr>
            <a:srgbClr val="E46962"/>
          </p15:clr>
        </p15:guide>
        <p15:guide id="17" pos="1782">
          <p15:clr>
            <a:srgbClr val="E46962"/>
          </p15:clr>
        </p15:guide>
        <p15:guide id="18" pos="3385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1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jpg"/><Relationship Id="rId4" Type="http://schemas.openxmlformats.org/officeDocument/2006/relationships/image" Target="../media/image18.jpg"/><Relationship Id="rId5" Type="http://schemas.openxmlformats.org/officeDocument/2006/relationships/image" Target="../media/image2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jpg"/><Relationship Id="rId4" Type="http://schemas.openxmlformats.org/officeDocument/2006/relationships/image" Target="../media/image25.jpg"/><Relationship Id="rId5" Type="http://schemas.openxmlformats.org/officeDocument/2006/relationships/image" Target="../media/image2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9.jpg"/><Relationship Id="rId6" Type="http://schemas.openxmlformats.org/officeDocument/2006/relationships/image" Target="../media/image21.jpg"/><Relationship Id="rId7" Type="http://schemas.openxmlformats.org/officeDocument/2006/relationships/image" Target="../media/image32.jpg"/><Relationship Id="rId8" Type="http://schemas.openxmlformats.org/officeDocument/2006/relationships/image" Target="../media/image3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Relationship Id="rId4" Type="http://schemas.openxmlformats.org/officeDocument/2006/relationships/image" Target="../media/image18.jpg"/><Relationship Id="rId5" Type="http://schemas.openxmlformats.org/officeDocument/2006/relationships/image" Target="../media/image2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g"/><Relationship Id="rId4" Type="http://schemas.openxmlformats.org/officeDocument/2006/relationships/image" Target="../media/image25.jpg"/><Relationship Id="rId5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ilding with a glass balcony and a tree in the background" id="569" name="Google Shape;569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989" l="14915" r="35763" t="23110"/>
          <a:stretch/>
        </p:blipFill>
        <p:spPr>
          <a:xfrm>
            <a:off x="6487225" y="2586525"/>
            <a:ext cx="1259100" cy="1268999"/>
          </a:xfrm>
          <a:prstGeom prst="rect">
            <a:avLst/>
          </a:prstGeom>
        </p:spPr>
      </p:pic>
      <p:sp>
        <p:nvSpPr>
          <p:cNvPr id="570" name="Google Shape;570;p63"/>
          <p:cNvSpPr txBox="1"/>
          <p:nvPr>
            <p:ph type="title"/>
          </p:nvPr>
        </p:nvSpPr>
        <p:spPr>
          <a:xfrm>
            <a:off x="128875" y="1291375"/>
            <a:ext cx="6341400" cy="3620700"/>
          </a:xfrm>
          <a:prstGeom prst="rect">
            <a:avLst/>
          </a:prstGeom>
        </p:spPr>
        <p:txBody>
          <a:bodyPr anchorCtr="0" anchor="b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PRECEDENT &amp;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 human rights advocacy tracker built on TrialWatch's fairness reports</a:t>
            </a:r>
          </a:p>
        </p:txBody>
      </p:sp>
      <p:sp>
        <p:nvSpPr>
          <p:cNvPr id="571" name="Google Shape;571;p6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-up of a rock" id="572" name="Google Shape;572;p6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035" r="17041" t="0"/>
          <a:stretch/>
        </p:blipFill>
        <p:spPr>
          <a:xfrm>
            <a:off x="7757975" y="3866750"/>
            <a:ext cx="1259700" cy="1279200"/>
          </a:xfrm>
          <a:prstGeom prst="rect">
            <a:avLst/>
          </a:prstGeom>
        </p:spPr>
      </p:pic>
      <p:sp>
        <p:nvSpPr>
          <p:cNvPr id="573" name="Google Shape;573;p63"/>
          <p:cNvSpPr txBox="1"/>
          <p:nvPr>
            <p:ph idx="1" type="subTitle"/>
          </p:nvPr>
        </p:nvSpPr>
        <p:spPr>
          <a:xfrm>
            <a:off x="179050" y="228600"/>
            <a:ext cx="1220400" cy="607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3 · ADVOCACY &amp; IMPACT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Shreya · Valentina · Ungu · Layla · Yuki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64"/>
          <p:cNvPicPr preferRelativeResize="0"/>
          <p:nvPr/>
        </p:nvPicPr>
        <p:blipFill rotWithShape="1">
          <a:blip r:embed="rId3">
            <a:alphaModFix amt="40000"/>
          </a:blip>
          <a:srcRect b="11308" l="0" r="0" t="0"/>
          <a:stretch/>
        </p:blipFill>
        <p:spPr>
          <a:xfrm>
            <a:off x="132100" y="3811125"/>
            <a:ext cx="1267202" cy="6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64"/>
          <p:cNvPicPr preferRelativeResize="0"/>
          <p:nvPr/>
        </p:nvPicPr>
        <p:blipFill rotWithShape="1">
          <a:blip r:embed="rId4">
            <a:alphaModFix/>
          </a:blip>
          <a:srcRect b="11308" l="0" r="0" t="0"/>
          <a:stretch/>
        </p:blipFill>
        <p:spPr>
          <a:xfrm rot="10800000">
            <a:off x="1399300" y="2552200"/>
            <a:ext cx="1267202" cy="6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4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139700" y="1285326"/>
            <a:ext cx="1267202" cy="640199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5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581" name="Google Shape;581;p64"/>
          <p:cNvCxnSpPr/>
          <p:nvPr/>
        </p:nvCxnSpPr>
        <p:spPr>
          <a:xfrm>
            <a:off x="1399300" y="1283675"/>
            <a:ext cx="0" cy="3868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64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3" name="Google Shape;583;p64"/>
          <p:cNvSpPr txBox="1"/>
          <p:nvPr>
            <p:ph idx="8" type="title"/>
          </p:nvPr>
        </p:nvSpPr>
        <p:spPr>
          <a:xfrm>
            <a:off x="133375" y="236850"/>
            <a:ext cx="5078700" cy="498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4" name="Google Shape;584;p64"/>
          <p:cNvSpPr txBox="1"/>
          <p:nvPr>
            <p:ph idx="7" type="title"/>
          </p:nvPr>
        </p:nvSpPr>
        <p:spPr>
          <a:xfrm>
            <a:off x="365098" y="134672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5" name="Google Shape;585;p64"/>
          <p:cNvSpPr txBox="1"/>
          <p:nvPr>
            <p:ph type="title"/>
          </p:nvPr>
        </p:nvSpPr>
        <p:spPr>
          <a:xfrm>
            <a:off x="365098" y="198017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6" name="Google Shape;586;p64"/>
          <p:cNvSpPr txBox="1"/>
          <p:nvPr>
            <p:ph idx="2" type="title"/>
          </p:nvPr>
        </p:nvSpPr>
        <p:spPr>
          <a:xfrm>
            <a:off x="365098" y="2609713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7" name="Google Shape;587;p64"/>
          <p:cNvSpPr txBox="1"/>
          <p:nvPr>
            <p:ph idx="3" type="title"/>
          </p:nvPr>
        </p:nvSpPr>
        <p:spPr>
          <a:xfrm>
            <a:off x="365098" y="3239275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8" name="Google Shape;588;p64"/>
          <p:cNvSpPr txBox="1"/>
          <p:nvPr>
            <p:ph idx="6" type="title"/>
          </p:nvPr>
        </p:nvSpPr>
        <p:spPr>
          <a:xfrm>
            <a:off x="365098" y="3867013"/>
            <a:ext cx="950400" cy="5172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89" name="Google Shape;589;p64"/>
          <p:cNvSpPr txBox="1"/>
          <p:nvPr>
            <p:ph idx="9" type="title"/>
          </p:nvPr>
        </p:nvSpPr>
        <p:spPr>
          <a:xfrm>
            <a:off x="1483100" y="1346725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590" name="Google Shape;590;p64"/>
          <p:cNvSpPr txBox="1"/>
          <p:nvPr>
            <p:ph idx="13" type="title"/>
          </p:nvPr>
        </p:nvSpPr>
        <p:spPr>
          <a:xfrm>
            <a:off x="1483100" y="1980175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591" name="Google Shape;591;p64"/>
          <p:cNvSpPr txBox="1"/>
          <p:nvPr>
            <p:ph idx="5" type="title"/>
          </p:nvPr>
        </p:nvSpPr>
        <p:spPr>
          <a:xfrm>
            <a:off x="1483100" y="2609713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sp>
        <p:nvSpPr>
          <p:cNvPr id="592" name="Google Shape;592;p64"/>
          <p:cNvSpPr txBox="1"/>
          <p:nvPr>
            <p:ph idx="14" type="title"/>
          </p:nvPr>
        </p:nvSpPr>
        <p:spPr>
          <a:xfrm>
            <a:off x="1483100" y="3239275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  <a:endParaRPr/>
          </a:p>
        </p:txBody>
      </p:sp>
      <p:sp>
        <p:nvSpPr>
          <p:cNvPr id="593" name="Google Shape;593;p64"/>
          <p:cNvSpPr txBox="1"/>
          <p:nvPr>
            <p:ph idx="15" type="title"/>
          </p:nvPr>
        </p:nvSpPr>
        <p:spPr>
          <a:xfrm>
            <a:off x="1483100" y="3867013"/>
            <a:ext cx="4272900" cy="517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cxnSp>
        <p:nvCxnSpPr>
          <p:cNvPr id="594" name="Google Shape;594;p64"/>
          <p:cNvCxnSpPr/>
          <p:nvPr/>
        </p:nvCxnSpPr>
        <p:spPr>
          <a:xfrm>
            <a:off x="129300" y="128532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64"/>
          <p:cNvCxnSpPr/>
          <p:nvPr/>
        </p:nvCxnSpPr>
        <p:spPr>
          <a:xfrm>
            <a:off x="133363" y="192535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64"/>
          <p:cNvCxnSpPr/>
          <p:nvPr/>
        </p:nvCxnSpPr>
        <p:spPr>
          <a:xfrm>
            <a:off x="133363" y="255400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64"/>
          <p:cNvCxnSpPr/>
          <p:nvPr/>
        </p:nvCxnSpPr>
        <p:spPr>
          <a:xfrm>
            <a:off x="133363" y="318265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64"/>
          <p:cNvCxnSpPr/>
          <p:nvPr/>
        </p:nvCxnSpPr>
        <p:spPr>
          <a:xfrm>
            <a:off x="133363" y="381130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64"/>
          <p:cNvCxnSpPr/>
          <p:nvPr/>
        </p:nvCxnSpPr>
        <p:spPr>
          <a:xfrm>
            <a:off x="133363" y="4439950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4" name="Google Shape;604;p65"/>
          <p:cNvCxnSpPr/>
          <p:nvPr/>
        </p:nvCxnSpPr>
        <p:spPr>
          <a:xfrm>
            <a:off x="2671000" y="1285200"/>
            <a:ext cx="0" cy="1297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65"/>
          <p:cNvCxnSpPr/>
          <p:nvPr/>
        </p:nvCxnSpPr>
        <p:spPr>
          <a:xfrm>
            <a:off x="6481000" y="1291375"/>
            <a:ext cx="0" cy="2573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65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65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65"/>
          <p:cNvCxnSpPr/>
          <p:nvPr/>
        </p:nvCxnSpPr>
        <p:spPr>
          <a:xfrm>
            <a:off x="5212100" y="1292850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65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65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65"/>
          <p:cNvCxnSpPr/>
          <p:nvPr/>
        </p:nvCxnSpPr>
        <p:spPr>
          <a:xfrm flipH="1">
            <a:off x="2669590" y="3865075"/>
            <a:ext cx="900" cy="1279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65"/>
          <p:cNvCxnSpPr/>
          <p:nvPr/>
        </p:nvCxnSpPr>
        <p:spPr>
          <a:xfrm flipH="1">
            <a:off x="7749752" y="3854350"/>
            <a:ext cx="2400" cy="1293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65"/>
          <p:cNvCxnSpPr/>
          <p:nvPr/>
        </p:nvCxnSpPr>
        <p:spPr>
          <a:xfrm>
            <a:off x="3940675" y="2573100"/>
            <a:ext cx="0" cy="1291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" name="Google Shape;614;p65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rock or mineral. " id="615" name="Google Shape;615;p65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-22147" l="-20287" r="-20301" t="-22132"/>
          <a:stretch/>
        </p:blipFill>
        <p:spPr>
          <a:xfrm>
            <a:off x="128875" y="1291350"/>
            <a:ext cx="1270502" cy="1285502"/>
          </a:xfrm>
          <a:prstGeom prst="rect">
            <a:avLst/>
          </a:prstGeom>
        </p:spPr>
      </p:pic>
      <p:sp>
        <p:nvSpPr>
          <p:cNvPr id="616" name="Google Shape;616;p65"/>
          <p:cNvSpPr txBox="1"/>
          <p:nvPr>
            <p:ph type="title"/>
          </p:nvPr>
        </p:nvSpPr>
        <p:spPr>
          <a:xfrm>
            <a:off x="128875" y="234450"/>
            <a:ext cx="381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617" name="Google Shape;617;p65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TrialWatch's human rights analysis is buried in PDFs, advocacy starts from a blank page, and reforms go unmeasured.</a:t>
            </a:r>
          </a:p>
        </p:txBody>
      </p:sp>
      <p:pic>
        <p:nvPicPr>
          <p:cNvPr descr="A rock or mineral. " id="618" name="Google Shape;618;p65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-15138" l="-10961" r="-10961" t="-15138"/>
          <a:stretch/>
        </p:blipFill>
        <p:spPr>
          <a:xfrm>
            <a:off x="3936325" y="2583600"/>
            <a:ext cx="1270500" cy="1274398"/>
          </a:xfrm>
          <a:prstGeom prst="rect">
            <a:avLst/>
          </a:prstGeom>
        </p:spPr>
      </p:pic>
      <p:pic>
        <p:nvPicPr>
          <p:cNvPr descr="A rock or mineral. " id="619" name="Google Shape;619;p65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-26668" l="-21043" r="-21043" t="-26683"/>
          <a:stretch/>
        </p:blipFill>
        <p:spPr>
          <a:xfrm>
            <a:off x="128875" y="3858100"/>
            <a:ext cx="1270500" cy="1285500"/>
          </a:xfrm>
          <a:prstGeom prst="rect">
            <a:avLst/>
          </a:prstGeom>
        </p:spPr>
      </p:pic>
      <p:sp>
        <p:nvSpPr>
          <p:cNvPr id="620" name="Google Shape;620;p65"/>
          <p:cNvSpPr txBox="1"/>
          <p:nvPr>
            <p:ph idx="4" type="body"/>
          </p:nvPr>
        </p:nvSpPr>
        <p:spPr>
          <a:xfrm>
            <a:off x="6483525" y="2875975"/>
            <a:ext cx="2514600" cy="9783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Facts sit in court records, NGO reports and news in several languages; each UN submission is written by hand.</a:t>
            </a:r>
          </a:p>
        </p:txBody>
      </p:sp>
      <p:sp>
        <p:nvSpPr>
          <p:cNvPr id="621" name="Google Shape;621;p65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Indonesia revised its speech law (2024–25) and police pledged to comply; no one tracks whether prosecutions stop.</a:t>
            </a:r>
          </a:p>
        </p:txBody>
      </p:sp>
      <p:sp>
        <p:nvSpPr>
          <p:cNvPr id="622" name="Google Shape;622;p65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90 reports, not searchable</a:t>
            </a:r>
          </a:p>
        </p:txBody>
      </p:sp>
      <p:sp>
        <p:nvSpPr>
          <p:cNvPr id="623" name="Google Shape;623;p65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Letters written from scratch</a:t>
            </a:r>
          </a:p>
        </p:txBody>
      </p:sp>
      <p:sp>
        <p:nvSpPr>
          <p:cNvPr id="624" name="Google Shape;624;p65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Reforms nobody measures</a:t>
            </a:r>
          </a:p>
        </p:txBody>
      </p:sp>
      <p:sp>
        <p:nvSpPr>
          <p:cNvPr id="625" name="Google Shape;625;p65"/>
          <p:cNvSpPr txBox="1"/>
          <p:nvPr>
            <p:ph idx="1" type="body"/>
          </p:nvPr>
        </p:nvSpPr>
        <p:spPr>
          <a:xfrm>
            <a:off x="2683650" y="1608600"/>
            <a:ext cx="2514600" cy="8910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TrialWatch has 63 graded reports, but a lawyer can't find how a similar case was argued, which UN decisions applied, or what followed.</a:t>
            </a:r>
          </a:p>
        </p:txBody>
      </p:sp>
      <p:sp>
        <p:nvSpPr>
          <p:cNvPr id="626" name="Google Shape;626;p65"/>
          <p:cNvSpPr txBox="1"/>
          <p:nvPr/>
        </p:nvSpPr>
        <p:spPr>
          <a:xfrm>
            <a:off x="1399300" y="129135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7" name="Google Shape;627;p65"/>
          <p:cNvSpPr txBox="1"/>
          <p:nvPr/>
        </p:nvSpPr>
        <p:spPr>
          <a:xfrm>
            <a:off x="1400150" y="385810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628" name="Google Shape;628;p65"/>
          <p:cNvSpPr txBox="1"/>
          <p:nvPr/>
        </p:nvSpPr>
        <p:spPr>
          <a:xfrm>
            <a:off x="5212100" y="2579575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3" name="Google Shape;633;p66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66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66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66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66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66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6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66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641" name="Google Shape;641;p66"/>
          <p:cNvSpPr txBox="1"/>
          <p:nvPr>
            <p:ph idx="4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47 TrialWatch reports on trials in 23 countries. For any case: the closest trials, good outcomes first, and their arguments on legality, vagueness, broadness, necessity and proportionality, with author and page.</a:t>
            </a:r>
          </a:p>
        </p:txBody>
      </p:sp>
      <p:sp>
        <p:nvSpPr>
          <p:cNvPr id="642" name="Google Shape;642;p66"/>
          <p:cNvSpPr txBox="1"/>
          <p:nvPr>
            <p:ph idx="5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 BANK</a:t>
            </a:r>
          </a:p>
        </p:txBody>
      </p:sp>
      <p:sp>
        <p:nvSpPr>
          <p:cNvPr id="643" name="Google Shape;643;p66"/>
          <p:cNvSpPr txBox="1"/>
          <p:nvPr>
            <p:ph idx="6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 Special Rapporteur submission where every sentence cites its source, quotes are checked word for word, and a lawyer approves.</a:t>
            </a:r>
          </a:p>
        </p:txBody>
      </p:sp>
      <p:sp>
        <p:nvSpPr>
          <p:cNvPr id="644" name="Google Shape;644;p66"/>
          <p:cNvSpPr txBox="1"/>
          <p:nvPr>
            <p:ph idx="7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SOURCED UN LETTER</a:t>
            </a:r>
          </a:p>
        </p:txBody>
      </p:sp>
      <p:sp>
        <p:nvSpPr>
          <p:cNvPr id="645" name="Google Shape;645;p66"/>
          <p:cNvSpPr txBox="1"/>
          <p:nvPr>
            <p:ph idx="8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Where a law just changed: 5 of 13 past Indonesian cases would likely be barred today (3–8 across legal readings).</a:t>
            </a:r>
          </a:p>
        </p:txBody>
      </p:sp>
      <p:sp>
        <p:nvSpPr>
          <p:cNvPr id="646" name="Google Shape;646;p66"/>
          <p:cNvSpPr txBox="1"/>
          <p:nvPr>
            <p:ph idx="9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REFORM STRESS TEST</a:t>
            </a:r>
          </a:p>
        </p:txBody>
      </p:sp>
      <p:sp>
        <p:nvSpPr>
          <p:cNvPr id="647" name="Google Shape;647;p66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48" name="Google Shape;648;p66"/>
          <p:cNvSpPr txBox="1"/>
          <p:nvPr>
            <p:ph idx="3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9" name="Google Shape;649;p66"/>
          <p:cNvSpPr txBox="1"/>
          <p:nvPr>
            <p:ph idx="2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descr="A close up of red and brown patterns on sedimentary rock." id="650" name="Google Shape;650;p66"/>
          <p:cNvPicPr preferRelativeResize="0"/>
          <p:nvPr>
            <p:ph idx="13" type="pic"/>
          </p:nvPr>
        </p:nvPicPr>
        <p:blipFill rotWithShape="1">
          <a:blip r:embed="rId3">
            <a:alphaModFix/>
          </a:blip>
          <a:srcRect b="0" l="12920" r="12913" t="0"/>
          <a:stretch/>
        </p:blipFill>
        <p:spPr>
          <a:xfrm>
            <a:off x="5215425" y="1291375"/>
            <a:ext cx="3807900" cy="385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7"/>
          <p:cNvSpPr txBox="1"/>
          <p:nvPr/>
        </p:nvSpPr>
        <p:spPr>
          <a:xfrm>
            <a:off x="128875" y="1200"/>
            <a:ext cx="1270500" cy="1290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56" name="Google Shape;656;p67"/>
          <p:cNvCxnSpPr/>
          <p:nvPr/>
        </p:nvCxnSpPr>
        <p:spPr>
          <a:xfrm>
            <a:off x="7752125" y="1600"/>
            <a:ext cx="0" cy="51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67"/>
          <p:cNvCxnSpPr/>
          <p:nvPr/>
        </p:nvCxnSpPr>
        <p:spPr>
          <a:xfrm>
            <a:off x="128875" y="3861475"/>
            <a:ext cx="50832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67"/>
          <p:cNvCxnSpPr/>
          <p:nvPr/>
        </p:nvCxnSpPr>
        <p:spPr>
          <a:xfrm>
            <a:off x="128875" y="2579575"/>
            <a:ext cx="50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67"/>
          <p:cNvCxnSpPr/>
          <p:nvPr/>
        </p:nvCxnSpPr>
        <p:spPr>
          <a:xfrm>
            <a:off x="2669725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67"/>
          <p:cNvCxnSpPr/>
          <p:nvPr/>
        </p:nvCxnSpPr>
        <p:spPr>
          <a:xfrm>
            <a:off x="1399298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67"/>
          <p:cNvCxnSpPr/>
          <p:nvPr/>
        </p:nvCxnSpPr>
        <p:spPr>
          <a:xfrm>
            <a:off x="5214200" y="1288100"/>
            <a:ext cx="0" cy="38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67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67"/>
          <p:cNvCxnSpPr/>
          <p:nvPr/>
        </p:nvCxnSpPr>
        <p:spPr>
          <a:xfrm>
            <a:off x="3940147" y="3867775"/>
            <a:ext cx="0" cy="12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67"/>
          <p:cNvCxnSpPr/>
          <p:nvPr/>
        </p:nvCxnSpPr>
        <p:spPr>
          <a:xfrm>
            <a:off x="3940147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67"/>
          <p:cNvCxnSpPr/>
          <p:nvPr/>
        </p:nvCxnSpPr>
        <p:spPr>
          <a:xfrm>
            <a:off x="7756575" y="2579575"/>
            <a:ext cx="127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Waves collect around rock outcroppings just off the coast. " id="666" name="Google Shape;666;p67"/>
          <p:cNvPicPr preferRelativeResize="0"/>
          <p:nvPr/>
        </p:nvPicPr>
        <p:blipFill rotWithShape="1">
          <a:blip r:embed="rId3">
            <a:alphaModFix/>
          </a:blip>
          <a:srcRect b="9913" l="8374" r="25327" t="12459"/>
          <a:stretch/>
        </p:blipFill>
        <p:spPr>
          <a:xfrm>
            <a:off x="5219550" y="1296750"/>
            <a:ext cx="2526973" cy="3846748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7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8" name="Google Shape;668;p67"/>
          <p:cNvSpPr txBox="1"/>
          <p:nvPr>
            <p:ph type="title"/>
          </p:nvPr>
        </p:nvSpPr>
        <p:spPr>
          <a:xfrm>
            <a:off x="1453924" y="228600"/>
            <a:ext cx="6149400" cy="47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sp>
        <p:nvSpPr>
          <p:cNvPr id="669" name="Google Shape;669;p67"/>
          <p:cNvSpPr txBox="1"/>
          <p:nvPr>
            <p:ph idx="4" type="title"/>
          </p:nvPr>
        </p:nvSpPr>
        <p:spPr>
          <a:xfrm>
            <a:off x="128875" y="0"/>
            <a:ext cx="1270500" cy="129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descr="A rock or mineral. " id="670" name="Google Shape;67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882689" y="1473036"/>
            <a:ext cx="868250" cy="814027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67"/>
          <p:cNvSpPr txBox="1"/>
          <p:nvPr>
            <p:ph idx="1" type="subTitle"/>
          </p:nvPr>
        </p:nvSpPr>
        <p:spPr>
          <a:xfrm>
            <a:off x="1399375" y="2697480"/>
            <a:ext cx="3813000" cy="1371600"/>
          </a:xfrm>
          <a:prstGeom prst="rect">
            <a:avLst/>
          </a:prstGeom>
        </p:spPr>
        <p:txBody>
          <a:bodyPr anchorCtr="0" anchor="t" bIns="18288" lIns="182875" spcFirstLastPara="1" rIns="91425" wrap="square" tIns="18288">
            <a:noAutofit/>
          </a:bodyPr>
          <a:lstStyle/>
          <a:p>
            <a:pPr indent="-24638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◼"/>
            </a:pPr>
            <a:r>
              <a:rPr lang="en" sz="1200"/>
              <a:t>Built from all 96 report listings on cfj.org · a simple web app · AI only where it helps, and always checked</a:t>
            </a:r>
          </a:p>
        </p:txBody>
      </p:sp>
      <p:sp>
        <p:nvSpPr>
          <p:cNvPr id="672" name="Google Shape;672;p67"/>
          <p:cNvSpPr txBox="1"/>
          <p:nvPr>
            <p:ph idx="5" type="subTitle"/>
          </p:nvPr>
        </p:nvSpPr>
        <p:spPr>
          <a:xfrm>
            <a:off x="1399375" y="1417320"/>
            <a:ext cx="3813000" cy="1097280"/>
          </a:xfrm>
          <a:prstGeom prst="rect">
            <a:avLst/>
          </a:prstGeom>
        </p:spPr>
        <p:txBody>
          <a:bodyPr anchorCtr="0" anchor="t" bIns="18288" lIns="18287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One tool that follows TrialWatch's own process: Monitoring → Evaluation → Advocacy.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7" name="Google Shape;677;p68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68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68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68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68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68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68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684" name="Google Shape;684;p68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a case or describe a new one; matches say why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Arguments grouped by the five labels, with author and page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outcomes first, each confirmed with a source</a:t>
            </a:r>
          </a:p>
        </p:txBody>
      </p:sp>
      <p:sp>
        <p:nvSpPr>
          <p:cNvPr id="685" name="Google Shape;685;p68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· Find what worked before</a:t>
            </a:r>
          </a:p>
        </p:txBody>
      </p:sp>
      <p:sp>
        <p:nvSpPr>
          <p:cNvPr id="686" name="Google Shape;686;p68"/>
          <p:cNvSpPr txBox="1"/>
          <p:nvPr>
            <p:ph idx="9" type="body"/>
          </p:nvPr>
        </p:nvSpPr>
        <p:spPr>
          <a:xfrm>
            <a:off x="1399300" y="2838025"/>
            <a:ext cx="3811200" cy="1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Rules R1–R4 run as transparent code, no AI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analysis: 10 legal readings, 3–8 of 13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Paste a news story: Gemini suggests inputs with checked quotes</a:t>
            </a:r>
          </a:p>
        </p:txBody>
      </p:sp>
      <p:sp>
        <p:nvSpPr>
          <p:cNvPr id="687" name="Google Shape;687;p68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· Check the reform (where a law changed)</a:t>
            </a:r>
          </a:p>
        </p:txBody>
      </p:sp>
      <p:sp>
        <p:nvSpPr>
          <p:cNvPr id="688" name="Google Shape;688;p68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Letter built only from numbered sources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rejects uncited sentences and invented quotes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second check flags weak sentences; a named lawyer approves</a:t>
            </a:r>
          </a:p>
        </p:txBody>
      </p:sp>
      <p:sp>
        <p:nvSpPr>
          <p:cNvPr id="689" name="Google Shape;689;p68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· Draft the advocacy</a:t>
            </a:r>
          </a:p>
        </p:txBody>
      </p:sp>
      <p:pic>
        <p:nvPicPr>
          <p:cNvPr descr="A city skyline seen from afar, silhouetted against the sunset sky. " id="690" name="Google Shape;690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275" l="32434" r="32434" t="23269"/>
          <a:stretch/>
        </p:blipFill>
        <p:spPr>
          <a:xfrm>
            <a:off x="7751475" y="1291350"/>
            <a:ext cx="1266299" cy="1285200"/>
          </a:xfrm>
          <a:prstGeom prst="rect">
            <a:avLst/>
          </a:prstGeom>
        </p:spPr>
      </p:pic>
      <p:pic>
        <p:nvPicPr>
          <p:cNvPr descr="Stacked rocks on a beach. " id="691" name="Google Shape;691;p68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169" r="17175" t="0"/>
          <a:stretch/>
        </p:blipFill>
        <p:spPr>
          <a:xfrm>
            <a:off x="7751425" y="3864900"/>
            <a:ext cx="1266300" cy="1284900"/>
          </a:xfrm>
          <a:prstGeom prst="rect">
            <a:avLst/>
          </a:prstGeom>
        </p:spPr>
      </p:pic>
      <p:pic>
        <p:nvPicPr>
          <p:cNvPr descr="Small waves lapping on the shore. " id="692" name="Google Shape;692;p68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4828" l="0" r="0" t="24823"/>
          <a:stretch/>
        </p:blipFill>
        <p:spPr>
          <a:xfrm>
            <a:off x="5218487" y="2584425"/>
            <a:ext cx="2525100" cy="1271400"/>
          </a:xfrm>
          <a:prstGeom prst="rect">
            <a:avLst/>
          </a:prstGeom>
        </p:spPr>
      </p:pic>
      <p:sp>
        <p:nvSpPr>
          <p:cNvPr id="693" name="Google Shape;693;p68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94" name="Google Shape;694;p68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95" name="Google Shape;695;p68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96" name="Google Shape;696;p6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9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PIPELINE</a:t>
            </a:r>
          </a:p>
        </p:txBody>
      </p:sp>
      <p:sp>
        <p:nvSpPr>
          <p:cNvPr id="702" name="step1"/>
          <p:cNvSpPr/>
          <p:nvPr/>
        </p:nvSpPr>
        <p:spPr>
          <a:xfrm>
            <a:off x="228600" y="1737360"/>
            <a:ext cx="1481328" cy="1371600"/>
          </a:xfrm>
          <a:prstGeom prst="rect">
            <a:avLst/>
          </a:prstGeom>
          <a:solidFill>
            <a:srgbClr val="4D1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FFFFFF"/>
                </a:solidFill>
              </a:rPr>
              <a:t>TrialWatch reports</a:t>
            </a:r>
          </a:p>
          <a:p>
            <a:pPr algn="l"/>
            <a:r>
              <a:rPr sz="1050" b="0">
                <a:solidFill>
                  <a:srgbClr val="FFFFFF"/>
                </a:solidFill>
              </a:rPr>
              <a:t>96 cfj.org listings, 94 PDFs</a:t>
            </a:r>
          </a:p>
        </p:txBody>
      </p:sp>
      <p:cxnSp>
        <p:nvCxnSpPr>
          <p:cNvPr id="703" name="Connector 702"/>
          <p:cNvCxnSpPr/>
          <p:nvPr/>
        </p:nvCxnSpPr>
        <p:spPr>
          <a:xfrm>
            <a:off x="1737360" y="2423160"/>
            <a:ext cx="219456" cy="0"/>
          </a:xfrm>
          <a:prstGeom prst="line">
            <a:avLst/>
          </a:prstGeom>
          <a:ln w="19050">
            <a:solidFill>
              <a:srgbClr val="D77B6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4" name="step2"/>
          <p:cNvSpPr/>
          <p:nvPr/>
        </p:nvSpPr>
        <p:spPr>
          <a:xfrm>
            <a:off x="1984248" y="1737360"/>
            <a:ext cx="1481328" cy="137160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4D1808"/>
                </a:solidFill>
              </a:rPr>
              <a:t>Parse, no AI</a:t>
            </a:r>
          </a:p>
          <a:p>
            <a:pPr algn="l"/>
            <a:r>
              <a:rPr sz="1050" b="0">
                <a:solidFill>
                  <a:srgbClr val="4D1808"/>
                </a:solidFill>
              </a:rPr>
              <a:t>63 grades · 47 authors · 2,381 arguments · 154 UN decisions</a:t>
            </a:r>
          </a:p>
        </p:txBody>
      </p:sp>
      <p:cxnSp>
        <p:nvCxnSpPr>
          <p:cNvPr id="705" name="Connector 704"/>
          <p:cNvCxnSpPr/>
          <p:nvPr/>
        </p:nvCxnSpPr>
        <p:spPr>
          <a:xfrm>
            <a:off x="3493008" y="2423160"/>
            <a:ext cx="219455" cy="0"/>
          </a:xfrm>
          <a:prstGeom prst="line">
            <a:avLst/>
          </a:prstGeom>
          <a:ln w="19050">
            <a:solidFill>
              <a:srgbClr val="D77B6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step3"/>
          <p:cNvSpPr/>
          <p:nvPr/>
        </p:nvSpPr>
        <p:spPr>
          <a:xfrm>
            <a:off x="3739896" y="1737360"/>
            <a:ext cx="1481328" cy="137160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4D1808"/>
                </a:solidFill>
              </a:rPr>
              <a:t>People confirm</a:t>
            </a:r>
          </a:p>
          <a:p>
            <a:pPr algn="l"/>
            <a:r>
              <a:rPr sz="1050" b="0">
                <a:solidFill>
                  <a:srgbClr val="4D1808"/>
                </a:solidFill>
              </a:rPr>
              <a:t>47/47 outcomes · 288 impact sentences</a:t>
            </a:r>
          </a:p>
        </p:txBody>
      </p:sp>
      <p:cxnSp>
        <p:nvCxnSpPr>
          <p:cNvPr id="707" name="Connector 706"/>
          <p:cNvCxnSpPr/>
          <p:nvPr/>
        </p:nvCxnSpPr>
        <p:spPr>
          <a:xfrm>
            <a:off x="5248656" y="2423160"/>
            <a:ext cx="219456" cy="0"/>
          </a:xfrm>
          <a:prstGeom prst="line">
            <a:avLst/>
          </a:prstGeom>
          <a:ln w="19050">
            <a:solidFill>
              <a:srgbClr val="D77B6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8" name="step4"/>
          <p:cNvSpPr/>
          <p:nvPr/>
        </p:nvSpPr>
        <p:spPr>
          <a:xfrm>
            <a:off x="5495544" y="1737360"/>
            <a:ext cx="1481328" cy="137160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4D1808"/>
                </a:solidFill>
              </a:rPr>
              <a:t>Match current case</a:t>
            </a:r>
          </a:p>
          <a:p>
            <a:pPr algn="l"/>
            <a:r>
              <a:rPr sz="1050" b="0">
                <a:solidFill>
                  <a:srgbClr val="4D1808"/>
                </a:solidFill>
              </a:rPr>
              <a:t>stress test + closest past trials, with reasons</a:t>
            </a:r>
          </a:p>
        </p:txBody>
      </p:sp>
      <p:cxnSp>
        <p:nvCxnSpPr>
          <p:cNvPr id="709" name="Connector 708"/>
          <p:cNvCxnSpPr/>
          <p:nvPr/>
        </p:nvCxnSpPr>
        <p:spPr>
          <a:xfrm>
            <a:off x="7004304" y="2423160"/>
            <a:ext cx="219456" cy="0"/>
          </a:xfrm>
          <a:prstGeom prst="line">
            <a:avLst/>
          </a:prstGeom>
          <a:ln w="19050">
            <a:solidFill>
              <a:srgbClr val="D77B6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0" name="step5"/>
          <p:cNvSpPr/>
          <p:nvPr/>
        </p:nvSpPr>
        <p:spPr>
          <a:xfrm>
            <a:off x="7251192" y="1737360"/>
            <a:ext cx="1481328" cy="1371600"/>
          </a:xfrm>
          <a:prstGeom prst="rect">
            <a:avLst/>
          </a:prstGeom>
          <a:solidFill>
            <a:srgbClr val="4D1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50" b="1">
                <a:solidFill>
                  <a:srgbClr val="FFFFFF"/>
                </a:solidFill>
              </a:rPr>
              <a:t>Sourced UN letter</a:t>
            </a:r>
          </a:p>
          <a:p>
            <a:pPr algn="l"/>
            <a:r>
              <a:rPr sz="1050" b="0">
                <a:solidFill>
                  <a:srgbClr val="FFFFFF"/>
                </a:solidFill>
              </a:rPr>
              <a:t>citation check · support check · lawyer approves</a:t>
            </a:r>
          </a:p>
        </p:txBody>
      </p:sp>
      <p:sp>
        <p:nvSpPr>
          <p:cNvPr id="711" name="ai_note"/>
          <p:cNvSpPr/>
          <p:nvPr/>
        </p:nvSpPr>
        <p:spPr>
          <a:xfrm>
            <a:off x="228600" y="3520440"/>
            <a:ext cx="8595360" cy="822960"/>
          </a:xfrm>
          <a:prstGeom prst="rect">
            <a:avLst/>
          </a:prstGeom>
          <a:solidFill>
            <a:srgbClr val="DEF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4D1808"/>
                </a:solidFill>
              </a:rPr>
              <a:t>AI is used in two places only: suggesting case facts from a news story, and drafting the letter.</a:t>
            </a:r>
          </a:p>
          <a:p>
            <a:pPr algn="l"/>
            <a:r>
              <a:rPr sz="1100" b="0">
                <a:solidFill>
                  <a:srgbClr val="4D1808"/>
                </a:solidFill>
              </a:rPr>
              <a:t>Both are checked by code against the sources, then approved by a person.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8888" y="1294138"/>
            <a:ext cx="1264099" cy="1264074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chemeClr val="accent5"/>
              </a:gs>
              <a:gs pos="5800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cxnSp>
        <p:nvCxnSpPr>
          <p:cNvPr id="707" name="Google Shape;707;p70"/>
          <p:cNvCxnSpPr/>
          <p:nvPr/>
        </p:nvCxnSpPr>
        <p:spPr>
          <a:xfrm>
            <a:off x="7752213" y="1225"/>
            <a:ext cx="0" cy="3865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70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70"/>
          <p:cNvCxnSpPr/>
          <p:nvPr/>
        </p:nvCxnSpPr>
        <p:spPr>
          <a:xfrm>
            <a:off x="128875" y="2579575"/>
            <a:ext cx="88959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70"/>
          <p:cNvCxnSpPr/>
          <p:nvPr/>
        </p:nvCxnSpPr>
        <p:spPr>
          <a:xfrm>
            <a:off x="5212100" y="1283675"/>
            <a:ext cx="0" cy="3861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70"/>
          <p:cNvCxnSpPr/>
          <p:nvPr/>
        </p:nvCxnSpPr>
        <p:spPr>
          <a:xfrm>
            <a:off x="2669726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70"/>
          <p:cNvCxnSpPr/>
          <p:nvPr/>
        </p:nvCxnSpPr>
        <p:spPr>
          <a:xfrm>
            <a:off x="128875" y="0"/>
            <a:ext cx="0" cy="5144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70"/>
          <p:cNvCxnSpPr/>
          <p:nvPr/>
        </p:nvCxnSpPr>
        <p:spPr>
          <a:xfrm>
            <a:off x="9023250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70"/>
          <p:cNvCxnSpPr/>
          <p:nvPr/>
        </p:nvCxnSpPr>
        <p:spPr>
          <a:xfrm>
            <a:off x="128875" y="1291375"/>
            <a:ext cx="8893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70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70"/>
          <p:cNvSpPr txBox="1"/>
          <p:nvPr>
            <p:ph idx="7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8" name="Google Shape;718;p70"/>
          <p:cNvSpPr txBox="1"/>
          <p:nvPr>
            <p:ph type="title"/>
          </p:nvPr>
        </p:nvSpPr>
        <p:spPr>
          <a:xfrm>
            <a:off x="139700" y="228600"/>
            <a:ext cx="7498079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TRIALWATCH LAWYERS USE IT</a:t>
            </a:r>
          </a:p>
        </p:txBody>
      </p:sp>
      <p:sp>
        <p:nvSpPr>
          <p:cNvPr id="719" name="Google Shape;719;p70"/>
          <p:cNvSpPr txBox="1"/>
          <p:nvPr>
            <p:ph idx="9" type="subTitle"/>
          </p:nvPr>
        </p:nvSpPr>
        <p:spPr>
          <a:xfrm>
            <a:off x="5211100" y="1295400"/>
            <a:ext cx="2538300" cy="1277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“Show me how we argued a case like this, what happened, and give me a draft I can check.”</a:t>
            </a:r>
          </a:p>
        </p:txBody>
      </p:sp>
      <p:sp>
        <p:nvSpPr>
          <p:cNvPr id="720" name="Google Shape;720;p70"/>
          <p:cNvSpPr txBox="1"/>
          <p:nvPr>
            <p:ph idx="13" type="subTitle"/>
          </p:nvPr>
        </p:nvSpPr>
        <p:spPr>
          <a:xfrm>
            <a:off x="2672800" y="1295400"/>
            <a:ext cx="25383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user (illustrative)</a:t>
            </a:r>
          </a:p>
        </p:txBody>
      </p:sp>
      <p:sp>
        <p:nvSpPr>
          <p:cNvPr id="721" name="Google Shape;721;p70"/>
          <p:cNvSpPr txBox="1"/>
          <p:nvPr>
            <p:ph idx="14" type="subTitle"/>
          </p:nvPr>
        </p:nvSpPr>
        <p:spPr>
          <a:xfrm>
            <a:off x="26728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 points</a:t>
            </a:r>
          </a:p>
        </p:txBody>
      </p:sp>
      <p:sp>
        <p:nvSpPr>
          <p:cNvPr id="722" name="Google Shape;722;p70"/>
          <p:cNvSpPr txBox="1"/>
          <p:nvPr>
            <p:ph idx="4" type="body"/>
          </p:nvPr>
        </p:nvSpPr>
        <p:spPr>
          <a:xfrm>
            <a:off x="26776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90 reports to read, sources in several languages, letters from scratch.</a:t>
            </a:r>
          </a:p>
        </p:txBody>
      </p:sp>
      <p:sp>
        <p:nvSpPr>
          <p:cNvPr id="723" name="Google Shape;723;p70"/>
          <p:cNvSpPr txBox="1"/>
          <p:nvPr>
            <p:ph idx="1" type="body"/>
          </p:nvPr>
        </p:nvSpPr>
        <p:spPr>
          <a:xfrm>
            <a:off x="13495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precedent fast, cite TrialWatch's own findings, act the day a complaint is filed.</a:t>
            </a:r>
          </a:p>
        </p:txBody>
      </p:sp>
      <p:sp>
        <p:nvSpPr>
          <p:cNvPr id="724" name="Google Shape;724;p70"/>
          <p:cNvSpPr txBox="1"/>
          <p:nvPr>
            <p:ph idx="15" type="subTitle"/>
          </p:nvPr>
        </p:nvSpPr>
        <p:spPr>
          <a:xfrm>
            <a:off x="13015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Needs</a:t>
            </a:r>
          </a:p>
        </p:txBody>
      </p:sp>
      <p:sp>
        <p:nvSpPr>
          <p:cNvPr id="725" name="Google Shape;725;p70"/>
          <p:cNvSpPr txBox="1"/>
          <p:nvPr>
            <p:ph idx="2" type="body"/>
          </p:nvPr>
        </p:nvSpPr>
        <p:spPr>
          <a:xfrm>
            <a:off x="5215900" y="3008128"/>
            <a:ext cx="2525100" cy="853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Minutes, not a day: closest cases, arguments with page links, a sourced draft to approve.</a:t>
            </a:r>
          </a:p>
        </p:txBody>
      </p:sp>
      <p:sp>
        <p:nvSpPr>
          <p:cNvPr id="726" name="Google Shape;726;p70"/>
          <p:cNvSpPr txBox="1"/>
          <p:nvPr>
            <p:ph idx="16" type="subTitle"/>
          </p:nvPr>
        </p:nvSpPr>
        <p:spPr>
          <a:xfrm>
            <a:off x="5211100" y="2577000"/>
            <a:ext cx="2538300" cy="3516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help</a:t>
            </a:r>
          </a:p>
        </p:txBody>
      </p:sp>
      <p:sp>
        <p:nvSpPr>
          <p:cNvPr id="727" name="Google Shape;727;p70"/>
          <p:cNvSpPr txBox="1"/>
          <p:nvPr>
            <p:ph idx="5" type="subTitle"/>
          </p:nvPr>
        </p:nvSpPr>
        <p:spPr>
          <a:xfrm>
            <a:off x="2672800" y="3858600"/>
            <a:ext cx="2538300" cy="2772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CHECKABLE · every claim links to its page</a:t>
            </a:r>
          </a:p>
        </p:txBody>
      </p:sp>
      <p:sp>
        <p:nvSpPr>
          <p:cNvPr id="729" name="Google Shape;729;p70"/>
          <p:cNvSpPr txBox="1"/>
          <p:nvPr>
            <p:ph idx="17" type="subTitle"/>
          </p:nvPr>
        </p:nvSpPr>
        <p:spPr>
          <a:xfrm>
            <a:off x="139700" y="3858600"/>
            <a:ext cx="2538300" cy="2772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EASY · web app, no install</a:t>
            </a:r>
          </a:p>
        </p:txBody>
      </p:sp>
      <p:sp>
        <p:nvSpPr>
          <p:cNvPr id="731" name="Google Shape;731;p70"/>
          <p:cNvSpPr txBox="1"/>
          <p:nvPr>
            <p:ph idx="19" type="subTitle"/>
          </p:nvPr>
        </p:nvSpPr>
        <p:spPr>
          <a:xfrm>
            <a:off x="5220250" y="3858600"/>
            <a:ext cx="2538300" cy="2772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/>
              <a:t>SPECIFIC · built from TrialWatch's own reports</a:t>
            </a:r>
          </a:p>
        </p:txBody>
      </p:sp>
      <p:sp>
        <p:nvSpPr>
          <p:cNvPr id="733" name="Google Shape;733;p70"/>
          <p:cNvSpPr txBox="1"/>
          <p:nvPr>
            <p:ph idx="3" type="body"/>
          </p:nvPr>
        </p:nvSpPr>
        <p:spPr>
          <a:xfrm>
            <a:off x="2677225" y="1811100"/>
            <a:ext cx="25251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Reviews new speech prosecutions and drafts UN submissions under time pressure.</a:t>
            </a:r>
          </a:p>
        </p:txBody>
      </p:sp>
      <p:sp>
        <p:nvSpPr>
          <p:cNvPr id="734" name="persona"/>
          <p:cNvSpPr/>
          <p:nvPr/>
        </p:nvSpPr>
        <p:spPr>
          <a:xfrm>
            <a:off x="137160" y="1298448"/>
            <a:ext cx="2532888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4D1808"/>
                </a:solidFill>
              </a:rPr>
              <a:t>TrialWatch</a:t>
            </a:r>
          </a:p>
          <a:p>
            <a:pPr algn="ctr"/>
            <a:r>
              <a:rPr sz="1600" b="0">
                <a:solidFill>
                  <a:srgbClr val="4D1808"/>
                </a:solidFill>
              </a:rPr>
              <a:t>legal monitor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752725" y="1288325"/>
            <a:ext cx="1265400" cy="129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7" name="Google Shape;757;p71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71"/>
          <p:cNvCxnSpPr/>
          <p:nvPr/>
        </p:nvCxnSpPr>
        <p:spPr>
          <a:xfrm>
            <a:off x="2669725" y="1291375"/>
            <a:ext cx="0" cy="3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71"/>
          <p:cNvCxnSpPr/>
          <p:nvPr/>
        </p:nvCxnSpPr>
        <p:spPr>
          <a:xfrm>
            <a:off x="5212100" y="1291375"/>
            <a:ext cx="0" cy="339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71"/>
          <p:cNvCxnSpPr/>
          <p:nvPr/>
        </p:nvCxnSpPr>
        <p:spPr>
          <a:xfrm>
            <a:off x="7747300" y="1291375"/>
            <a:ext cx="0" cy="3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71"/>
          <p:cNvCxnSpPr/>
          <p:nvPr/>
        </p:nvCxnSpPr>
        <p:spPr>
          <a:xfrm>
            <a:off x="126000" y="4683725"/>
            <a:ext cx="889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71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3" name="Google Shape;763;p71"/>
          <p:cNvSpPr/>
          <p:nvPr/>
        </p:nvSpPr>
        <p:spPr>
          <a:xfrm>
            <a:off x="284550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4" name="Google Shape;764;p71"/>
          <p:cNvSpPr/>
          <p:nvPr/>
        </p:nvSpPr>
        <p:spPr>
          <a:xfrm>
            <a:off x="2827100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5" name="Google Shape;765;p71"/>
          <p:cNvSpPr/>
          <p:nvPr/>
        </p:nvSpPr>
        <p:spPr>
          <a:xfrm>
            <a:off x="5358575" y="1388800"/>
            <a:ext cx="1424100" cy="345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66" name="Google Shape;766;p71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The side of a cliff" id="767" name="Google Shape;767;p71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0" l="12703" r="12703" t="17437"/>
          <a:stretch/>
        </p:blipFill>
        <p:spPr>
          <a:xfrm>
            <a:off x="7752125" y="2584175"/>
            <a:ext cx="1266599" cy="2093700"/>
          </a:xfrm>
          <a:prstGeom prst="rect">
            <a:avLst/>
          </a:prstGeom>
        </p:spPr>
      </p:pic>
      <p:sp>
        <p:nvSpPr>
          <p:cNvPr id="768" name="Google Shape;768;p71"/>
          <p:cNvSpPr txBox="1"/>
          <p:nvPr>
            <p:ph idx="5" type="subTitle"/>
          </p:nvPr>
        </p:nvSpPr>
        <p:spPr>
          <a:xfrm>
            <a:off x="28548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&amp; HANDOVER</a:t>
            </a:r>
          </a:p>
        </p:txBody>
      </p:sp>
      <p:sp>
        <p:nvSpPr>
          <p:cNvPr id="769" name="Google Shape;769;p71"/>
          <p:cNvSpPr txBox="1"/>
          <p:nvPr>
            <p:ph idx="6" type="subTitle"/>
          </p:nvPr>
        </p:nvSpPr>
        <p:spPr>
          <a:xfrm>
            <a:off x="2827113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LAWYER REVIEW</a:t>
            </a:r>
          </a:p>
        </p:txBody>
      </p:sp>
      <p:sp>
        <p:nvSpPr>
          <p:cNvPr id="770" name="Google Shape;770;p71"/>
          <p:cNvSpPr txBox="1"/>
          <p:nvPr>
            <p:ph idx="7" type="subTitle"/>
          </p:nvPr>
        </p:nvSpPr>
        <p:spPr>
          <a:xfrm>
            <a:off x="5368738" y="1897000"/>
            <a:ext cx="2385000" cy="44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</a:t>
            </a:r>
          </a:p>
        </p:txBody>
      </p:sp>
      <p:sp>
        <p:nvSpPr>
          <p:cNvPr id="771" name="Google Shape;771;p71"/>
          <p:cNvSpPr txBox="1"/>
          <p:nvPr>
            <p:ph idx="1" type="body"/>
          </p:nvPr>
        </p:nvSpPr>
        <p:spPr>
          <a:xfrm>
            <a:off x="285488" y="2569932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app, open-source repo and written guide. Every number here recomputed from the data.</a:t>
            </a:r>
          </a:p>
        </p:txBody>
      </p:sp>
      <p:sp>
        <p:nvSpPr>
          <p:cNvPr id="772" name="Google Shape;772;p71"/>
          <p:cNvSpPr txBox="1"/>
          <p:nvPr>
            <p:ph idx="2" type="body"/>
          </p:nvPr>
        </p:nvSpPr>
        <p:spPr>
          <a:xfrm>
            <a:off x="2827113" y="2569931"/>
            <a:ext cx="2385000" cy="1956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 rules R1–R4 and the argument categories with TrialWatch lawyers; add the 73-case Indonesia dataset.</a:t>
            </a:r>
          </a:p>
        </p:txBody>
      </p:sp>
      <p:sp>
        <p:nvSpPr>
          <p:cNvPr id="773" name="Google Shape;773;p71"/>
          <p:cNvSpPr txBox="1"/>
          <p:nvPr>
            <p:ph idx="3" type="body"/>
          </p:nvPr>
        </p:nvSpPr>
        <p:spPr>
          <a:xfrm>
            <a:off x="5368750" y="2579750"/>
            <a:ext cx="2378400" cy="194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 the rules file for the next country's reform; add a live news intake that feeds a review queue.</a:t>
            </a:r>
          </a:p>
        </p:txBody>
      </p:sp>
      <p:sp>
        <p:nvSpPr>
          <p:cNvPr id="774" name="Google Shape;774;p71"/>
          <p:cNvSpPr txBox="1"/>
          <p:nvPr>
            <p:ph idx="8" type="subTitle"/>
          </p:nvPr>
        </p:nvSpPr>
        <p:spPr>
          <a:xfrm>
            <a:off x="407700" y="1388800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</a:p>
        </p:txBody>
      </p:sp>
      <p:sp>
        <p:nvSpPr>
          <p:cNvPr id="775" name="Google Shape;775;p71"/>
          <p:cNvSpPr txBox="1"/>
          <p:nvPr>
            <p:ph idx="9" type="subTitle"/>
          </p:nvPr>
        </p:nvSpPr>
        <p:spPr>
          <a:xfrm>
            <a:off x="2952363" y="1399625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TrialWatch</a:t>
            </a:r>
          </a:p>
        </p:txBody>
      </p:sp>
      <p:sp>
        <p:nvSpPr>
          <p:cNvPr id="776" name="Google Shape;776;p71"/>
          <p:cNvSpPr txBox="1"/>
          <p:nvPr>
            <p:ph idx="13" type="subTitle"/>
          </p:nvPr>
        </p:nvSpPr>
        <p:spPr>
          <a:xfrm>
            <a:off x="5497038" y="1399625"/>
            <a:ext cx="1162500" cy="33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reform</a:t>
            </a:r>
          </a:p>
        </p:txBody>
      </p:sp>
      <p:sp>
        <p:nvSpPr>
          <p:cNvPr id="777" name="Google Shape;777;p71"/>
          <p:cNvSpPr txBox="1"/>
          <p:nvPr>
            <p:ph type="title"/>
          </p:nvPr>
        </p:nvSpPr>
        <p:spPr>
          <a:xfrm>
            <a:off x="139700" y="228600"/>
            <a:ext cx="52425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3" name="Google Shape;783;p72"/>
          <p:cNvCxnSpPr/>
          <p:nvPr/>
        </p:nvCxnSpPr>
        <p:spPr>
          <a:xfrm>
            <a:off x="5212102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72"/>
          <p:cNvCxnSpPr/>
          <p:nvPr/>
        </p:nvCxnSpPr>
        <p:spPr>
          <a:xfrm>
            <a:off x="3940151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72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72"/>
          <p:cNvCxnSpPr/>
          <p:nvPr/>
        </p:nvCxnSpPr>
        <p:spPr>
          <a:xfrm>
            <a:off x="7752125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72"/>
          <p:cNvCxnSpPr/>
          <p:nvPr/>
        </p:nvCxnSpPr>
        <p:spPr>
          <a:xfrm>
            <a:off x="2669726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72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72"/>
          <p:cNvCxnSpPr/>
          <p:nvPr/>
        </p:nvCxnSpPr>
        <p:spPr>
          <a:xfrm>
            <a:off x="133013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72"/>
          <p:cNvCxnSpPr/>
          <p:nvPr/>
        </p:nvCxnSpPr>
        <p:spPr>
          <a:xfrm>
            <a:off x="6480951" y="1291375"/>
            <a:ext cx="0" cy="3830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72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6" name="Google Shape;796;p72"/>
          <p:cNvSpPr txBox="1"/>
          <p:nvPr>
            <p:ph type="title"/>
          </p:nvPr>
        </p:nvSpPr>
        <p:spPr>
          <a:xfrm>
            <a:off x="131875" y="228600"/>
            <a:ext cx="5076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797" name="Google Shape;797;p72"/>
          <p:cNvSpPr txBox="1"/>
          <p:nvPr>
            <p:ph idx="6" type="subTitle"/>
          </p:nvPr>
        </p:nvSpPr>
        <p:spPr>
          <a:xfrm>
            <a:off x="137275" y="2599200"/>
            <a:ext cx="1265100" cy="54864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Instrument Sans"/>
                <a:ea typeface="Instrument Sans"/>
                <a:cs typeface="Instrument Sans"/>
                <a:sym typeface="Instrument Sans"/>
              </a:rPr>
              <a:t>Shreya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strument Sans"/>
                <a:ea typeface="Instrument Sans"/>
                <a:cs typeface="Instrument Sans"/>
                <a:sym typeface="Instrument Sans"/>
              </a:rPr>
              <a:t>Stress test &amp; Argument Bank</a:t>
            </a:r>
          </a:p>
        </p:txBody>
      </p:sp>
      <p:sp>
        <p:nvSpPr>
          <p:cNvPr id="798" name="Google Shape;798;p72"/>
          <p:cNvSpPr txBox="1"/>
          <p:nvPr>
            <p:ph idx="5" type="body"/>
          </p:nvPr>
        </p:nvSpPr>
        <p:spPr>
          <a:xfrm>
            <a:off x="137275" y="31758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Rule engine, sensitivity analysis, Argument Bank, UN letter</a:t>
            </a:r>
          </a:p>
        </p:txBody>
      </p:sp>
      <p:sp>
        <p:nvSpPr>
          <p:cNvPr id="799" name="Google Shape;799;p72"/>
          <p:cNvSpPr txBox="1"/>
          <p:nvPr>
            <p:ph idx="7" type="subTitle"/>
          </p:nvPr>
        </p:nvSpPr>
        <p:spPr>
          <a:xfrm>
            <a:off x="5213563" y="2588275"/>
            <a:ext cx="1265100" cy="54864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Instrument Sans"/>
                <a:ea typeface="Instrument Sans"/>
                <a:cs typeface="Instrument Sans"/>
                <a:sym typeface="Instrument Sans"/>
              </a:rPr>
              <a:t>Ungu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strument Sans"/>
                <a:ea typeface="Instrument Sans"/>
                <a:cs typeface="Instrument Sans"/>
                <a:sym typeface="Instrument Sans"/>
              </a:rPr>
              <a:t>Case research &amp; impacts</a:t>
            </a:r>
          </a:p>
        </p:txBody>
      </p:sp>
      <p:sp>
        <p:nvSpPr>
          <p:cNvPr id="800" name="Google Shape;800;p72"/>
          <p:cNvSpPr txBox="1"/>
          <p:nvPr>
            <p:ph idx="4" type="body"/>
          </p:nvPr>
        </p:nvSpPr>
        <p:spPr>
          <a:xfrm>
            <a:off x="5213563" y="316487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Indonesian case verification, impact categories</a:t>
            </a:r>
          </a:p>
        </p:txBody>
      </p:sp>
      <p:sp>
        <p:nvSpPr>
          <p:cNvPr id="801" name="Google Shape;801;p72"/>
          <p:cNvSpPr txBox="1"/>
          <p:nvPr>
            <p:ph idx="8" type="subTitle"/>
          </p:nvPr>
        </p:nvSpPr>
        <p:spPr>
          <a:xfrm>
            <a:off x="2673138" y="2581800"/>
            <a:ext cx="1265100" cy="54864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Instrument Sans"/>
                <a:ea typeface="Instrument Sans"/>
                <a:cs typeface="Instrument Sans"/>
                <a:sym typeface="Instrument Sans"/>
              </a:rPr>
              <a:t>Valentina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strument Sans"/>
                <a:ea typeface="Instrument Sans"/>
                <a:cs typeface="Instrument Sans"/>
                <a:sym typeface="Instrument Sans"/>
              </a:rPr>
              <a:t>App &amp; case data</a:t>
            </a:r>
          </a:p>
        </p:txBody>
      </p:sp>
      <p:sp>
        <p:nvSpPr>
          <p:cNvPr id="802" name="Google Shape;802;p72"/>
          <p:cNvSpPr txBox="1"/>
          <p:nvPr>
            <p:ph idx="1" type="body"/>
          </p:nvPr>
        </p:nvSpPr>
        <p:spPr>
          <a:xfrm>
            <a:off x="2673138" y="3158400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Repository, case tracker page, case verification</a:t>
            </a:r>
          </a:p>
        </p:txBody>
      </p:sp>
      <p:sp>
        <p:nvSpPr>
          <p:cNvPr id="803" name="Google Shape;803;p72"/>
          <p:cNvSpPr txBox="1"/>
          <p:nvPr>
            <p:ph idx="3" type="subTitle"/>
          </p:nvPr>
        </p:nvSpPr>
        <p:spPr>
          <a:xfrm>
            <a:off x="7754025" y="2583925"/>
            <a:ext cx="1265100" cy="54864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latin typeface="Instrument Sans"/>
                <a:ea typeface="Instrument Sans"/>
                <a:cs typeface="Instrument Sans"/>
                <a:sym typeface="Instrument Sans"/>
              </a:rPr>
              <a:t>Layla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Instrument Sans"/>
                <a:ea typeface="Instrument Sans"/>
                <a:cs typeface="Instrument Sans"/>
                <a:sym typeface="Instrument Sans"/>
              </a:rPr>
              <a:t>Data lead &amp; pitch</a:t>
            </a:r>
          </a:p>
        </p:txBody>
      </p:sp>
      <p:sp>
        <p:nvSpPr>
          <p:cNvPr id="804" name="Google Shape;804;p72"/>
          <p:cNvSpPr txBox="1"/>
          <p:nvPr>
            <p:ph idx="2" type="body"/>
          </p:nvPr>
        </p:nvSpPr>
        <p:spPr>
          <a:xfrm>
            <a:off x="7749888" y="3160525"/>
            <a:ext cx="1265100" cy="173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Meila &amp; Asrul cases, sensitive-case review, slides</a:t>
            </a:r>
          </a:p>
        </p:txBody>
      </p:sp>
      <p:sp>
        <p:nvSpPr>
          <p:cNvPr id="805" name="initial_Shreya"/>
          <p:cNvSpPr/>
          <p:nvPr/>
        </p:nvSpPr>
        <p:spPr>
          <a:xfrm>
            <a:off x="137160" y="1298448"/>
            <a:ext cx="1261872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S</a:t>
            </a:r>
          </a:p>
        </p:txBody>
      </p:sp>
      <p:sp>
        <p:nvSpPr>
          <p:cNvPr id="806" name="initial_Valentina"/>
          <p:cNvSpPr/>
          <p:nvPr/>
        </p:nvSpPr>
        <p:spPr>
          <a:xfrm>
            <a:off x="2670048" y="1298448"/>
            <a:ext cx="1261872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V</a:t>
            </a:r>
          </a:p>
        </p:txBody>
      </p:sp>
      <p:sp>
        <p:nvSpPr>
          <p:cNvPr id="807" name="initial_Ungu"/>
          <p:cNvSpPr/>
          <p:nvPr/>
        </p:nvSpPr>
        <p:spPr>
          <a:xfrm>
            <a:off x="5212080" y="1298448"/>
            <a:ext cx="1261872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U</a:t>
            </a:r>
          </a:p>
        </p:txBody>
      </p:sp>
      <p:sp>
        <p:nvSpPr>
          <p:cNvPr id="808" name="initial_Layla"/>
          <p:cNvSpPr/>
          <p:nvPr/>
        </p:nvSpPr>
        <p:spPr>
          <a:xfrm>
            <a:off x="7754112" y="1298448"/>
            <a:ext cx="1261872" cy="1280160"/>
          </a:xfrm>
          <a:prstGeom prst="rect">
            <a:avLst/>
          </a:prstGeom>
          <a:solidFill>
            <a:srgbClr val="D1D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L</a:t>
            </a:r>
          </a:p>
        </p:txBody>
      </p:sp>
      <p:sp>
        <p:nvSpPr>
          <p:cNvPr id="809" name="initial_Yuki"/>
          <p:cNvSpPr/>
          <p:nvPr/>
        </p:nvSpPr>
        <p:spPr>
          <a:xfrm>
            <a:off x="3941063" y="1298448"/>
            <a:ext cx="1261872" cy="1280160"/>
          </a:xfrm>
          <a:prstGeom prst="rect">
            <a:avLst/>
          </a:prstGeom>
          <a:solidFill>
            <a:srgbClr val="DEF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4000" b="1">
                <a:solidFill>
                  <a:srgbClr val="4D1808"/>
                </a:solidFill>
              </a:rPr>
              <a:t>Y</a:t>
            </a:r>
          </a:p>
        </p:txBody>
      </p:sp>
      <p:sp>
        <p:nvSpPr>
          <p:cNvPr id="810" name="name_Yuki"/>
          <p:cNvSpPr/>
          <p:nvPr/>
        </p:nvSpPr>
        <p:spPr>
          <a:xfrm>
            <a:off x="3941063" y="2596896"/>
            <a:ext cx="1261872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4D1808"/>
                </a:solidFill>
              </a:rPr>
              <a:t>Yuki</a:t>
            </a:r>
          </a:p>
          <a:p>
            <a:pPr algn="l"/>
            <a:r>
              <a:rPr sz="900" b="0">
                <a:solidFill>
                  <a:srgbClr val="4D1808"/>
                </a:solidFill>
              </a:rPr>
              <a:t>Outcome checks</a:t>
            </a:r>
          </a:p>
        </p:txBody>
      </p:sp>
      <p:sp>
        <p:nvSpPr>
          <p:cNvPr id="811" name="bio_Yuki"/>
          <p:cNvSpPr/>
          <p:nvPr/>
        </p:nvSpPr>
        <p:spPr>
          <a:xfrm>
            <a:off x="3941063" y="3163824"/>
            <a:ext cx="1261872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4D1808"/>
                </a:solidFill>
              </a:rPr>
              <a:t>Confirmed all 47 TrialWatch outcomes, each with a source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3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1" name="Google Shape;811;p73"/>
          <p:cNvSpPr txBox="1"/>
          <p:nvPr>
            <p:ph type="title"/>
          </p:nvPr>
        </p:nvSpPr>
        <p:spPr>
          <a:xfrm>
            <a:off x="128875" y="1666875"/>
            <a:ext cx="4922400" cy="1754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</a:p>
        </p:txBody>
      </p:sp>
      <p:sp>
        <p:nvSpPr>
          <p:cNvPr id="812" name="Google Shape;812;p73"/>
          <p:cNvSpPr txBox="1"/>
          <p:nvPr>
            <p:ph idx="1" type="subTitle"/>
          </p:nvPr>
        </p:nvSpPr>
        <p:spPr>
          <a:xfrm>
            <a:off x="5305200" y="2579575"/>
            <a:ext cx="35967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and feedback welcome, especially from TrialWatch's lawyers: are our rules and argument categories right?</a:t>
            </a:r>
          </a:p>
        </p:txBody>
      </p:sp>
      <p:sp>
        <p:nvSpPr>
          <p:cNvPr id="813" name="Google Shape;813;p73"/>
          <p:cNvSpPr txBox="1"/>
          <p:nvPr>
            <p:ph idx="2" type="subTitle"/>
          </p:nvPr>
        </p:nvSpPr>
        <p:spPr>
          <a:xfrm>
            <a:off x="5305225" y="3861475"/>
            <a:ext cx="3596700" cy="105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APP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fairtrial-ai-hackathongit-cyvqxeqekcqd4hjsqr7b5w.streamlit.app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github.com/valentinasilva8/fairtrial-ai-hackathon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MIT · report excerpts © Clooney Foundation for Justice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project, not endorsed by CFJ, TrialWatch or Columbia Law School</a:t>
            </a:r>
          </a:p>
        </p:txBody>
      </p:sp>
      <p:pic>
        <p:nvPicPr>
          <p:cNvPr descr="Seascape at dusk " id="814" name="Google Shape;814;p73"/>
          <p:cNvPicPr preferRelativeResize="0"/>
          <p:nvPr/>
        </p:nvPicPr>
        <p:blipFill rotWithShape="1">
          <a:blip r:embed="rId3">
            <a:alphaModFix/>
          </a:blip>
          <a:srcRect b="0" l="34636" r="0" t="0"/>
          <a:stretch/>
        </p:blipFill>
        <p:spPr>
          <a:xfrm>
            <a:off x="7754750" y="1297450"/>
            <a:ext cx="1259576" cy="127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4" name="Google Shape;834;p76"/>
          <p:cNvCxnSpPr/>
          <p:nvPr/>
        </p:nvCxnSpPr>
        <p:spPr>
          <a:xfrm>
            <a:off x="2671000" y="1285200"/>
            <a:ext cx="0" cy="1297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76"/>
          <p:cNvCxnSpPr/>
          <p:nvPr/>
        </p:nvCxnSpPr>
        <p:spPr>
          <a:xfrm>
            <a:off x="6481000" y="1291375"/>
            <a:ext cx="0" cy="2573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76"/>
          <p:cNvCxnSpPr/>
          <p:nvPr/>
        </p:nvCxnSpPr>
        <p:spPr>
          <a:xfrm>
            <a:off x="128875" y="38614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76"/>
          <p:cNvCxnSpPr/>
          <p:nvPr/>
        </p:nvCxnSpPr>
        <p:spPr>
          <a:xfrm>
            <a:off x="128875" y="2579575"/>
            <a:ext cx="8894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6"/>
          <p:cNvCxnSpPr/>
          <p:nvPr/>
        </p:nvCxnSpPr>
        <p:spPr>
          <a:xfrm>
            <a:off x="5212100" y="1292850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6"/>
          <p:cNvCxnSpPr/>
          <p:nvPr/>
        </p:nvCxnSpPr>
        <p:spPr>
          <a:xfrm>
            <a:off x="1399300" y="1291375"/>
            <a:ext cx="0" cy="38532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6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76"/>
          <p:cNvCxnSpPr/>
          <p:nvPr/>
        </p:nvCxnSpPr>
        <p:spPr>
          <a:xfrm flipH="1">
            <a:off x="2669590" y="3865075"/>
            <a:ext cx="900" cy="1279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76"/>
          <p:cNvCxnSpPr/>
          <p:nvPr/>
        </p:nvCxnSpPr>
        <p:spPr>
          <a:xfrm flipH="1">
            <a:off x="7749752" y="3854350"/>
            <a:ext cx="2400" cy="12930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76"/>
          <p:cNvCxnSpPr/>
          <p:nvPr/>
        </p:nvCxnSpPr>
        <p:spPr>
          <a:xfrm>
            <a:off x="3940675" y="2573100"/>
            <a:ext cx="0" cy="1291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76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rock or mineral. " id="845" name="Google Shape;845;p76"/>
          <p:cNvPicPr preferRelativeResize="0"/>
          <p:nvPr>
            <p:ph idx="6" type="pic"/>
          </p:nvPr>
        </p:nvPicPr>
        <p:blipFill rotWithShape="1">
          <a:blip r:embed="rId3">
            <a:alphaModFix/>
          </a:blip>
          <a:srcRect b="-22147" l="-20287" r="-20301" t="-22132"/>
          <a:stretch/>
        </p:blipFill>
        <p:spPr>
          <a:xfrm>
            <a:off x="128875" y="1291350"/>
            <a:ext cx="1270502" cy="1285502"/>
          </a:xfrm>
          <a:prstGeom prst="rect">
            <a:avLst/>
          </a:prstGeom>
        </p:spPr>
      </p:pic>
      <p:sp>
        <p:nvSpPr>
          <p:cNvPr id="846" name="Google Shape;846;p76"/>
          <p:cNvSpPr txBox="1"/>
          <p:nvPr>
            <p:ph type="title"/>
          </p:nvPr>
        </p:nvSpPr>
        <p:spPr>
          <a:xfrm>
            <a:off x="128875" y="234450"/>
            <a:ext cx="381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</a:t>
            </a:r>
          </a:p>
        </p:txBody>
      </p:sp>
      <p:sp>
        <p:nvSpPr>
          <p:cNvPr id="847" name="Google Shape;847;p76"/>
          <p:cNvSpPr txBox="1"/>
          <p:nvPr>
            <p:ph idx="8" type="subTitle"/>
          </p:nvPr>
        </p:nvSpPr>
        <p:spPr>
          <a:xfrm>
            <a:off x="3940150" y="234450"/>
            <a:ext cx="4860300" cy="6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rock or mineral. " id="848" name="Google Shape;848;p76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-15138" l="-10961" r="-10961" t="-15138"/>
          <a:stretch/>
        </p:blipFill>
        <p:spPr>
          <a:xfrm>
            <a:off x="3936325" y="2583600"/>
            <a:ext cx="1270500" cy="1274398"/>
          </a:xfrm>
          <a:prstGeom prst="rect">
            <a:avLst/>
          </a:prstGeom>
        </p:spPr>
      </p:pic>
      <p:pic>
        <p:nvPicPr>
          <p:cNvPr descr="A rock or mineral. " id="849" name="Google Shape;849;p76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-26668" l="-21043" r="-21043" t="-26683"/>
          <a:stretch/>
        </p:blipFill>
        <p:spPr>
          <a:xfrm>
            <a:off x="128875" y="3858100"/>
            <a:ext cx="1270500" cy="1285500"/>
          </a:xfrm>
          <a:prstGeom prst="rect">
            <a:avLst/>
          </a:prstGeom>
        </p:spPr>
      </p:pic>
      <p:sp>
        <p:nvSpPr>
          <p:cNvPr id="850" name="Google Shape;850;p76"/>
          <p:cNvSpPr txBox="1"/>
          <p:nvPr>
            <p:ph idx="4" type="body"/>
          </p:nvPr>
        </p:nvSpPr>
        <p:spPr>
          <a:xfrm>
            <a:off x="6483525" y="3170875"/>
            <a:ext cx="2514600" cy="683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200"/>
              <a:t>Quotes checked word for word; uncited sentences rejected; each argument credited to its report's author; a person approves.</a:t>
            </a:r>
          </a:p>
        </p:txBody>
      </p:sp>
      <p:sp>
        <p:nvSpPr>
          <p:cNvPr id="851" name="Google Shape;851;p76"/>
          <p:cNvSpPr txBox="1"/>
          <p:nvPr>
            <p:ph idx="9" type="body"/>
          </p:nvPr>
        </p:nvSpPr>
        <p:spPr>
          <a:xfrm>
            <a:off x="2671425" y="4165300"/>
            <a:ext cx="2545500" cy="8910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No predictions: “followed”, never “caused”. 2 at-risk people hidden and never sent to AI. Only cited excerpts published, © CFJ.</a:t>
            </a:r>
          </a:p>
        </p:txBody>
      </p:sp>
      <p:sp>
        <p:nvSpPr>
          <p:cNvPr id="852" name="Google Shape;852;p76"/>
          <p:cNvSpPr txBox="1"/>
          <p:nvPr>
            <p:ph idx="2" type="subTitle"/>
          </p:nvPr>
        </p:nvSpPr>
        <p:spPr>
          <a:xfrm>
            <a:off x="2666700" y="1285200"/>
            <a:ext cx="2545500" cy="323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No AI where rules will do</a:t>
            </a:r>
          </a:p>
        </p:txBody>
      </p:sp>
      <p:sp>
        <p:nvSpPr>
          <p:cNvPr id="853" name="Google Shape;853;p76"/>
          <p:cNvSpPr txBox="1"/>
          <p:nvPr>
            <p:ph idx="13" type="subTitle"/>
          </p:nvPr>
        </p:nvSpPr>
        <p:spPr>
          <a:xfrm>
            <a:off x="6479375" y="2579575"/>
            <a:ext cx="2545500" cy="296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Every claim has a source</a:t>
            </a:r>
          </a:p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2665813" y="3858100"/>
            <a:ext cx="2545500" cy="2964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Honest and safe</a:t>
            </a:r>
          </a:p>
        </p:txBody>
      </p:sp>
      <p:sp>
        <p:nvSpPr>
          <p:cNvPr id="855" name="Google Shape;855;p76"/>
          <p:cNvSpPr txBox="1"/>
          <p:nvPr>
            <p:ph idx="1" type="body"/>
          </p:nvPr>
        </p:nvSpPr>
        <p:spPr>
          <a:xfrm>
            <a:off x="2683650" y="1894500"/>
            <a:ext cx="2514600" cy="605100"/>
          </a:xfrm>
          <a:prstGeom prst="rect">
            <a:avLst/>
          </a:prstGeom>
        </p:spPr>
        <p:txBody>
          <a:bodyPr anchorCtr="0" anchor="t" bIns="18288" lIns="9142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Stress test, parsing, grades and matching are plain, tested code. AI only suggests inputs and drafts letters.</a:t>
            </a:r>
          </a:p>
        </p:txBody>
      </p:sp>
      <p:sp>
        <p:nvSpPr>
          <p:cNvPr id="856" name="Google Shape;856;p76"/>
          <p:cNvSpPr txBox="1"/>
          <p:nvPr/>
        </p:nvSpPr>
        <p:spPr>
          <a:xfrm>
            <a:off x="1399300" y="129135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57" name="Google Shape;857;p76"/>
          <p:cNvSpPr txBox="1"/>
          <p:nvPr/>
        </p:nvSpPr>
        <p:spPr>
          <a:xfrm>
            <a:off x="1400150" y="3858100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58" name="Google Shape;858;p76"/>
          <p:cNvSpPr txBox="1"/>
          <p:nvPr/>
        </p:nvSpPr>
        <p:spPr>
          <a:xfrm>
            <a:off x="5212100" y="2579575"/>
            <a:ext cx="12705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  <a:endParaRPr sz="4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8"/>
          <p:cNvSpPr txBox="1"/>
          <p:nvPr/>
        </p:nvSpPr>
        <p:spPr>
          <a:xfrm>
            <a:off x="128875" y="1200"/>
            <a:ext cx="1270500" cy="1290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86" name="Google Shape;886;p78"/>
          <p:cNvCxnSpPr/>
          <p:nvPr/>
        </p:nvCxnSpPr>
        <p:spPr>
          <a:xfrm>
            <a:off x="7752125" y="1600"/>
            <a:ext cx="0" cy="51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78"/>
          <p:cNvCxnSpPr/>
          <p:nvPr/>
        </p:nvCxnSpPr>
        <p:spPr>
          <a:xfrm>
            <a:off x="128875" y="3861475"/>
            <a:ext cx="50832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78"/>
          <p:cNvCxnSpPr/>
          <p:nvPr/>
        </p:nvCxnSpPr>
        <p:spPr>
          <a:xfrm>
            <a:off x="128875" y="2579575"/>
            <a:ext cx="508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78"/>
          <p:cNvCxnSpPr/>
          <p:nvPr/>
        </p:nvCxnSpPr>
        <p:spPr>
          <a:xfrm>
            <a:off x="2669725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78"/>
          <p:cNvCxnSpPr/>
          <p:nvPr/>
        </p:nvCxnSpPr>
        <p:spPr>
          <a:xfrm>
            <a:off x="1399298" y="1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78"/>
          <p:cNvCxnSpPr/>
          <p:nvPr/>
        </p:nvCxnSpPr>
        <p:spPr>
          <a:xfrm>
            <a:off x="5214200" y="1288100"/>
            <a:ext cx="0" cy="385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78"/>
          <p:cNvCxnSpPr/>
          <p:nvPr/>
        </p:nvCxnSpPr>
        <p:spPr>
          <a:xfrm>
            <a:off x="128875" y="1291375"/>
            <a:ext cx="8885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78"/>
          <p:cNvCxnSpPr/>
          <p:nvPr/>
        </p:nvCxnSpPr>
        <p:spPr>
          <a:xfrm>
            <a:off x="3940147" y="3867775"/>
            <a:ext cx="0" cy="127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78"/>
          <p:cNvCxnSpPr/>
          <p:nvPr/>
        </p:nvCxnSpPr>
        <p:spPr>
          <a:xfrm>
            <a:off x="3940147" y="1291375"/>
            <a:ext cx="0" cy="12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78"/>
          <p:cNvCxnSpPr/>
          <p:nvPr/>
        </p:nvCxnSpPr>
        <p:spPr>
          <a:xfrm>
            <a:off x="7756575" y="2579575"/>
            <a:ext cx="127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Waves collect around rock outcroppings just off the coast. " id="896" name="Google Shape;896;p78"/>
          <p:cNvPicPr preferRelativeResize="0"/>
          <p:nvPr/>
        </p:nvPicPr>
        <p:blipFill rotWithShape="1">
          <a:blip r:embed="rId3">
            <a:alphaModFix/>
          </a:blip>
          <a:srcRect b="9913" l="8374" r="25327" t="12459"/>
          <a:stretch/>
        </p:blipFill>
        <p:spPr>
          <a:xfrm>
            <a:off x="5219550" y="1296750"/>
            <a:ext cx="2526973" cy="3846748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8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8" name="Google Shape;898;p78"/>
          <p:cNvSpPr txBox="1"/>
          <p:nvPr>
            <p:ph type="title"/>
          </p:nvPr>
        </p:nvSpPr>
        <p:spPr>
          <a:xfrm>
            <a:off x="1453924" y="228600"/>
            <a:ext cx="6149400" cy="471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RIGHTS IMPACT</a:t>
            </a:r>
          </a:p>
        </p:txBody>
      </p:sp>
      <p:sp>
        <p:nvSpPr>
          <p:cNvPr id="899" name="Google Shape;899;p78"/>
          <p:cNvSpPr txBox="1"/>
          <p:nvPr>
            <p:ph idx="4" type="title"/>
          </p:nvPr>
        </p:nvSpPr>
        <p:spPr>
          <a:xfrm>
            <a:off x="128875" y="0"/>
            <a:ext cx="1270500" cy="129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descr="A rock or mineral. " id="900" name="Google Shape;90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882689" y="1473036"/>
            <a:ext cx="868250" cy="814027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8"/>
          <p:cNvSpPr txBox="1"/>
          <p:nvPr>
            <p:ph idx="1" type="subTitle"/>
          </p:nvPr>
        </p:nvSpPr>
        <p:spPr>
          <a:xfrm>
            <a:off x="1399375" y="3017520"/>
            <a:ext cx="3813000" cy="1737360"/>
          </a:xfrm>
          <a:prstGeom prst="rect">
            <a:avLst/>
          </a:prstGeom>
        </p:spPr>
        <p:txBody>
          <a:bodyPr anchorCtr="0" anchor="t" bIns="18288" lIns="182875" spcFirstLastPara="1" rIns="91425" wrap="square" tIns="18288">
            <a:noAutofit/>
          </a:bodyPr>
          <a:lstStyle/>
          <a:p>
            <a:pPr indent="-24638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◼"/>
            </a:pPr>
            <a:r>
              <a:rPr lang="en" sz="1200"/>
              <a:t>21 of the 47 reported cases had a good outcome after TrialWatch's work: acquittal, dropped charges, overturned conviction, release, or a UN finding of arbitrary detention. 2 convictions were later overturned (e.g. Bao Choy, Stella Nyanzi); a verified update log keeps this current. We show what followed, never what caused it.</a:t>
            </a:r>
          </a:p>
        </p:txBody>
      </p:sp>
      <p:sp>
        <p:nvSpPr>
          <p:cNvPr id="902" name="Google Shape;902;p78"/>
          <p:cNvSpPr txBox="1"/>
          <p:nvPr>
            <p:ph idx="5" type="subTitle"/>
          </p:nvPr>
        </p:nvSpPr>
        <p:spPr>
          <a:xfrm>
            <a:off x="1399375" y="1371600"/>
            <a:ext cx="3813000" cy="1463040"/>
          </a:xfrm>
          <a:prstGeom prst="rect">
            <a:avLst/>
          </a:prstGeom>
        </p:spPr>
        <p:txBody>
          <a:bodyPr anchorCtr="0" anchor="t" bIns="18288" lIns="182875" spcFirstLastPara="1" rIns="91425" wrap="square" tIns="18288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Behind each row is a person. Septia Dwi Pertiwi was detained 5+ months before a court found her posts true. Fatia &amp; Haris spent about 3 years under prosecution for discussing a human rights report.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7" name="Google Shape;907;p79"/>
          <p:cNvCxnSpPr/>
          <p:nvPr/>
        </p:nvCxnSpPr>
        <p:spPr>
          <a:xfrm>
            <a:off x="128875" y="2579600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79"/>
          <p:cNvCxnSpPr/>
          <p:nvPr/>
        </p:nvCxnSpPr>
        <p:spPr>
          <a:xfrm>
            <a:off x="1406700" y="1289125"/>
            <a:ext cx="0" cy="384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79"/>
          <p:cNvCxnSpPr/>
          <p:nvPr/>
        </p:nvCxnSpPr>
        <p:spPr>
          <a:xfrm>
            <a:off x="7747300" y="1291375"/>
            <a:ext cx="0" cy="385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0" name="Google Shape;910;p79"/>
          <p:cNvCxnSpPr/>
          <p:nvPr/>
        </p:nvCxnSpPr>
        <p:spPr>
          <a:xfrm>
            <a:off x="128875" y="128712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1" name="Google Shape;911;p79"/>
          <p:cNvCxnSpPr/>
          <p:nvPr/>
        </p:nvCxnSpPr>
        <p:spPr>
          <a:xfrm>
            <a:off x="128875" y="3861475"/>
            <a:ext cx="8892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79"/>
          <p:cNvCxnSpPr/>
          <p:nvPr/>
        </p:nvCxnSpPr>
        <p:spPr>
          <a:xfrm>
            <a:off x="5212100" y="1287125"/>
            <a:ext cx="0" cy="3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79"/>
          <p:cNvSpPr txBox="1"/>
          <p:nvPr>
            <p:ph type="title"/>
          </p:nvPr>
        </p:nvSpPr>
        <p:spPr>
          <a:xfrm>
            <a:off x="139700" y="228600"/>
            <a:ext cx="6480300" cy="5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</a:t>
            </a:r>
          </a:p>
        </p:txBody>
      </p:sp>
      <p:sp>
        <p:nvSpPr>
          <p:cNvPr id="914" name="Google Shape;914;p79"/>
          <p:cNvSpPr txBox="1"/>
          <p:nvPr>
            <p:ph idx="7" type="body"/>
          </p:nvPr>
        </p:nvSpPr>
        <p:spPr>
          <a:xfrm>
            <a:off x="1399300" y="1548450"/>
            <a:ext cx="3811200" cy="9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2,381 / 2,381 arguments on the page they cite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288 / 288 impact sentences on the page they cite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Authors for 47 / 47 reports, each with its source sentence</a:t>
            </a:r>
          </a:p>
        </p:txBody>
      </p:sp>
      <p:sp>
        <p:nvSpPr>
          <p:cNvPr id="915" name="Google Shape;915;p79"/>
          <p:cNvSpPr txBox="1"/>
          <p:nvPr>
            <p:ph idx="8" type="subTitle"/>
          </p:nvPr>
        </p:nvSpPr>
        <p:spPr>
          <a:xfrm>
            <a:off x="1400950" y="12913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check out</a:t>
            </a:r>
          </a:p>
        </p:txBody>
      </p:sp>
      <p:sp>
        <p:nvSpPr>
          <p:cNvPr id="916" name="Google Shape;916;p79"/>
          <p:cNvSpPr txBox="1"/>
          <p:nvPr>
            <p:ph idx="9" type="body"/>
          </p:nvPr>
        </p:nvSpPr>
        <p:spPr>
          <a:xfrm>
            <a:off x="1399300" y="3171413"/>
            <a:ext cx="3811200" cy="6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47 / 47 TrialWatch outcomes confirmed with a source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 of 16 Indonesian cases signed off by a teammate</a:t>
            </a:r>
          </a:p>
        </p:txBody>
      </p:sp>
      <p:sp>
        <p:nvSpPr>
          <p:cNvPr id="917" name="Google Shape;917;p79"/>
          <p:cNvSpPr txBox="1"/>
          <p:nvPr>
            <p:ph idx="13" type="subTitle"/>
          </p:nvPr>
        </p:nvSpPr>
        <p:spPr>
          <a:xfrm>
            <a:off x="1399313" y="257642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confirmed the data</a:t>
            </a:r>
          </a:p>
        </p:txBody>
      </p:sp>
      <p:sp>
        <p:nvSpPr>
          <p:cNvPr id="918" name="Google Shape;918;p79"/>
          <p:cNvSpPr txBox="1"/>
          <p:nvPr>
            <p:ph idx="14" type="body"/>
          </p:nvPr>
        </p:nvSpPr>
        <p:spPr>
          <a:xfrm>
            <a:off x="1399325" y="4123075"/>
            <a:ext cx="3811200" cy="8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 5 of 13; 3–8 across legal readings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 categories about 75–80% right in a hand-read sample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168 automated tests on every change</a:t>
            </a:r>
          </a:p>
        </p:txBody>
      </p:sp>
      <p:sp>
        <p:nvSpPr>
          <p:cNvPr id="919" name="Google Shape;919;p79"/>
          <p:cNvSpPr txBox="1"/>
          <p:nvPr>
            <p:ph idx="15" type="subTitle"/>
          </p:nvPr>
        </p:nvSpPr>
        <p:spPr>
          <a:xfrm>
            <a:off x="1399338" y="3861475"/>
            <a:ext cx="3811200" cy="3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know our limits</a:t>
            </a:r>
          </a:p>
        </p:txBody>
      </p:sp>
      <p:pic>
        <p:nvPicPr>
          <p:cNvPr descr="A city skyline seen from afar, silhouetted against the sunset sky. " id="920" name="Google Shape;920;p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3275" l="32434" r="32434" t="23269"/>
          <a:stretch/>
        </p:blipFill>
        <p:spPr>
          <a:xfrm>
            <a:off x="7751475" y="1291350"/>
            <a:ext cx="1266299" cy="1285200"/>
          </a:xfrm>
          <a:prstGeom prst="rect">
            <a:avLst/>
          </a:prstGeom>
        </p:spPr>
      </p:pic>
      <p:pic>
        <p:nvPicPr>
          <p:cNvPr descr="Stacked rocks on a beach. " id="921" name="Google Shape;921;p79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7169" r="17175" t="0"/>
          <a:stretch/>
        </p:blipFill>
        <p:spPr>
          <a:xfrm>
            <a:off x="7751425" y="3864900"/>
            <a:ext cx="1266300" cy="1284900"/>
          </a:xfrm>
          <a:prstGeom prst="rect">
            <a:avLst/>
          </a:prstGeom>
        </p:spPr>
      </p:pic>
      <p:pic>
        <p:nvPicPr>
          <p:cNvPr descr="Small waves lapping on the shore. " id="922" name="Google Shape;922;p79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4828" l="0" r="0" t="24823"/>
          <a:stretch/>
        </p:blipFill>
        <p:spPr>
          <a:xfrm>
            <a:off x="5218487" y="2584425"/>
            <a:ext cx="2525100" cy="1271400"/>
          </a:xfrm>
          <a:prstGeom prst="rect">
            <a:avLst/>
          </a:prstGeom>
        </p:spPr>
      </p:pic>
      <p:sp>
        <p:nvSpPr>
          <p:cNvPr id="923" name="Google Shape;923;p79"/>
          <p:cNvSpPr txBox="1"/>
          <p:nvPr>
            <p:ph idx="1" type="subTitle"/>
          </p:nvPr>
        </p:nvSpPr>
        <p:spPr>
          <a:xfrm>
            <a:off x="984950" y="386557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24" name="Google Shape;924;p79"/>
          <p:cNvSpPr txBox="1"/>
          <p:nvPr>
            <p:ph idx="5" type="subTitle"/>
          </p:nvPr>
        </p:nvSpPr>
        <p:spPr>
          <a:xfrm>
            <a:off x="984950" y="1291350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25" name="Google Shape;925;p79"/>
          <p:cNvSpPr txBox="1"/>
          <p:nvPr>
            <p:ph idx="6" type="subTitle"/>
          </p:nvPr>
        </p:nvSpPr>
        <p:spPr>
          <a:xfrm>
            <a:off x="984950" y="2584425"/>
            <a:ext cx="41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26" name="Google Shape;926;p79"/>
          <p:cNvSpPr txBox="1"/>
          <p:nvPr>
            <p:ph idx="12" type="sldNum"/>
          </p:nvPr>
        </p:nvSpPr>
        <p:spPr>
          <a:xfrm>
            <a:off x="8474559" y="4743636"/>
            <a:ext cx="548700" cy="39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 - Blocks">
  <a:themeElements>
    <a:clrScheme name="Simple Light">
      <a:dk1>
        <a:srgbClr val="FDFDFC"/>
      </a:dk1>
      <a:lt1>
        <a:srgbClr val="541301"/>
      </a:lt1>
      <a:dk2>
        <a:srgbClr val="DCDBD1"/>
      </a:dk2>
      <a:lt2>
        <a:srgbClr val="E5765B"/>
      </a:lt2>
      <a:accent1>
        <a:srgbClr val="D6FFD7"/>
      </a:accent1>
      <a:accent2>
        <a:srgbClr val="EBFFEC"/>
      </a:accent2>
      <a:accent3>
        <a:srgbClr val="A9B0FE"/>
      </a:accent3>
      <a:accent4>
        <a:srgbClr val="D5D7FF"/>
      </a:accent4>
      <a:accent5>
        <a:srgbClr val="F4BBAD"/>
      </a:accent5>
      <a:accent6>
        <a:srgbClr val="1B1311"/>
      </a:accent6>
      <a:hlink>
        <a:srgbClr val="A9B0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