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63 graded reports,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reports on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listings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listings,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the 47 reported cases had a good outcome after TrialWatch's work: acquittal, dropped charges, overturned conviction, release, or a UN finding of arbitrary detention.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161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