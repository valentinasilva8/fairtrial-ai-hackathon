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Home → Stress Test (Fatia &amp; Haris) → Argument Bank → UN Letter. Start from the Home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63 graded reports,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reports on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(3–8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listings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3–8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listings,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arguments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fairtrial-ai-hackathongit-cyvqxeqekcqd4hjsqr7b5w.streamlit.app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people hidden and never sent to AI. Only cited excerpts published,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the 47 reported cases had a good outcome after TrialWatch's work: acquittal, dropped charges, overturned conviction, release, or a UN finding of arbitrary detention. We show what followed,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arguments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3–8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155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