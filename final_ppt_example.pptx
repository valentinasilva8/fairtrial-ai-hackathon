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Instrument Sans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  <p:embeddedFont>
      <p:font typeface="Poppi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.fntdata"/><Relationship Id="rId42" Type="http://schemas.openxmlformats.org/officeDocument/2006/relationships/font" Target="fonts/PoppinsMedium-boldItalic.fntdata"/><Relationship Id="rId41" Type="http://schemas.openxmlformats.org/officeDocument/2006/relationships/font" Target="fonts/PoppinsMedium-italic.fntdata"/><Relationship Id="rId44" Type="http://schemas.openxmlformats.org/officeDocument/2006/relationships/font" Target="fonts/PoppinsSemiBold-bold.fntdata"/><Relationship Id="rId43" Type="http://schemas.openxmlformats.org/officeDocument/2006/relationships/font" Target="fonts/PoppinsSemiBold-regular.fntdata"/><Relationship Id="rId46" Type="http://schemas.openxmlformats.org/officeDocument/2006/relationships/font" Target="fonts/PoppinsSemiBold-boldItalic.fntdata"/><Relationship Id="rId45" Type="http://schemas.openxmlformats.org/officeDocument/2006/relationships/font" Target="fonts/Poppi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regular.fntdata"/><Relationship Id="rId30" Type="http://schemas.openxmlformats.org/officeDocument/2006/relationships/font" Target="fonts/Poppins-boldItalic.fntdata"/><Relationship Id="rId33" Type="http://schemas.openxmlformats.org/officeDocument/2006/relationships/font" Target="fonts/PoppinsLight-italic.fntdata"/><Relationship Id="rId32" Type="http://schemas.openxmlformats.org/officeDocument/2006/relationships/font" Target="fonts/PoppinsLight-bold.fntdata"/><Relationship Id="rId35" Type="http://schemas.openxmlformats.org/officeDocument/2006/relationships/font" Target="fonts/InstrumentSans-regular.fntdata"/><Relationship Id="rId34" Type="http://schemas.openxmlformats.org/officeDocument/2006/relationships/font" Target="fonts/PoppinsLight-boldItalic.fntdata"/><Relationship Id="rId37" Type="http://schemas.openxmlformats.org/officeDocument/2006/relationships/font" Target="fonts/InstrumentSans-italic.fntdata"/><Relationship Id="rId36" Type="http://schemas.openxmlformats.org/officeDocument/2006/relationships/font" Target="fonts/InstrumentSans-bold.fntdata"/><Relationship Id="rId39" Type="http://schemas.openxmlformats.org/officeDocument/2006/relationships/font" Target="fonts/PoppinsMedium-regular.fntdata"/><Relationship Id="rId38" Type="http://schemas.openxmlformats.org/officeDocument/2006/relationships/font" Target="fonts/Instrument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29" Type="http://schemas.openxmlformats.org/officeDocument/2006/relationships/font" Target="fonts/Poppi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67fb6a686c75e98e_1_6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67fb6a686c75e98e_1_6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609488f5067118b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609488f5067118b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67fb6a686c75e98e_1_5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67fb6a686c75e98e_1_5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67fb6a686c75e98e_1_5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h67fb6a686c75e98e_1_5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h67fb6a686c75e98e_1_5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h67fb6a686c75e98e_1_5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67fb6a686c75e98e_1_5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h67fb6a686c75e98e_1_5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18fd9ff4a4b1f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18fd9ff4a4b1f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67fb6a686c75e98e_1_5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67fb6a686c75e98e_1_5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h67fb6a686c75e98e_1_6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h67fb6a686c75e98e_1_6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67fb6a686c75e98e_1_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h67fb6a686c75e98e_1_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h67fb6a686c75e98e_1_6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h67fb6a686c75e98e_1_6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h609488f5067118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h609488f5067118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h609488f506711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h609488f506711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h609488f5067118b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h609488f5067118b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h609488f5067118b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h609488f5067118b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h609488f5067118b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h609488f5067118b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609488f5067118b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h609488f5067118b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18fd9ff4a4b1f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h18fd9ff4a4b1f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h609488f5067118b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h609488f5067118b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h609488f5067118b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h609488f5067118b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 amt="70000"/>
          </a:blip>
          <a:srcRect b="0" l="1313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62" name="Google Shape;62;p14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4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4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4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14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8" name="Google Shape;78;p15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2" name="Google Shape;82;p15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0" name="Google Shape;90;p1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5" name="Google Shape;95;p1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01" name="Google Shape;101;p18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8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8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2">
            <a:alphaModFix/>
          </a:blip>
          <a:srcRect b="55478" l="0" r="16388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111" name="Google Shape;111;p1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1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9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19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7" name="Google Shape;117;p20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122" name="Google Shape;122;p2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33" name="Google Shape;133;p21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21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1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21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1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21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21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1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2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1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1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" name="Google Shape;147;p21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22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57" name="Google Shape;157;p2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2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2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3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3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75" name="Google Shape;175;p2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3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97" name="Google Shape;197;p2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4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0" name="Google Shape;210;p2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5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8" name="Google Shape;218;p26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26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6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3" name="Google Shape;223;p2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26" name="Google Shape;226;p2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7" name="Google Shape;227;p2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2" name="Google Shape;232;p27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7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4" name="Google Shape;234;p27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7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7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7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7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7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7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7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7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5" name="Google Shape;245;p2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0" name="Google Shape;250;p28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28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2" name="Google Shape;252;p28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3" name="Google Shape;253;p28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8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8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8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8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8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28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28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2" name="Google Shape;262;p2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8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9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29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29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29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29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29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29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29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4" name="Google Shape;274;p29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9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0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7" name="Google Shape;287;p30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8" name="Google Shape;288;p3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0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31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1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1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98" name="Google Shape;298;p3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1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1" name="Google Shape;301;p31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9" name="Google Shape;309;p32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2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317" name="Google Shape;317;p33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4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318" name="Google Shape;318;p3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3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2" name="Google Shape;322;p33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3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34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4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4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7" name="Google Shape;337;p34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4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0" name="Google Shape;340;p3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4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4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5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5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7" name="Google Shape;347;p35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8" name="Google Shape;348;p35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50" name="Google Shape;350;p3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35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35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3" name="Google Shape;353;p35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5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5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5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0" name="Google Shape;360;p35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35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65" name="Google Shape;365;p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36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67" name="Google Shape;367;p36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8" name="Google Shape;368;p36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6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6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6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6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6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5" name="Google Shape;375;p36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6" name="Google Shape;376;p36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6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7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7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37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7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7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6" name="Google Shape;386;p37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7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37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37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90" name="Google Shape;390;p3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7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2" name="Google Shape;392;p37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7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7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37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8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0" name="Google Shape;400;p3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8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8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8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6" name="Google Shape;406;p38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7" name="Google Shape;407;p38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8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9"/>
          <p:cNvPicPr preferRelativeResize="0"/>
          <p:nvPr/>
        </p:nvPicPr>
        <p:blipFill rotWithShape="1">
          <a:blip r:embed="rId2">
            <a:alphaModFix/>
          </a:blip>
          <a:srcRect b="13329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413" name="Google Shape;413;p39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414" name="Google Shape;414;p39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39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0" name="Google Shape;420;p39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421" name="Google Shape;421;p39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39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39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39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39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39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39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39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9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0"/>
          <p:cNvPicPr preferRelativeResize="0"/>
          <p:nvPr/>
        </p:nvPicPr>
        <p:blipFill rotWithShape="1">
          <a:blip r:embed="rId2">
            <a:alphaModFix/>
          </a:blip>
          <a:srcRect b="0" l="-14116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0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0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436" name="Google Shape;436;p40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437" name="Google Shape;437;p40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40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40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40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40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40"/>
            <p:cNvCxnSpPr>
              <a:endCxn id="443" idx="3"/>
            </p:cNvCxnSpPr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40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40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40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1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1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50" name="Google Shape;450;p41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1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4" name="Google Shape;454;p41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55" name="Google Shape;455;p41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41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41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41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41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41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41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4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4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41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67" name="Google Shape;467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2" name="Google Shape;4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81" name="Google Shape;481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86" name="Google Shape;486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7" name="Google Shape;487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92" name="Google Shape;492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9" name="Google Shape;499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0" name="Google Shape;500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4" name="Google Shape;504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08" name="Google Shape;508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1" name="Google Shape;511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4" name="Google Shape;514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5" name="Google Shape;515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16" name="Google Shape;516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7" name="Google Shape;517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8" name="Google Shape;518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9" name="Google Shape;519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2" name="Google Shape;522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3" name="Google Shape;523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5" name="Google Shape;525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26" name="Google Shape;526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7" name="Google Shape;527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8" name="Google Shape;528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9" name="Google Shape;529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5" name="Google Shape;535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8" name="Google Shape;53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9" name="Google Shape;539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0" name="Google Shape;540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3" name="Google Shape;543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6" name="Google Shape;546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8" name="Google Shape;54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9" name="Google Shape;549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0" name="Google Shape;550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1" name="Google Shape;551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2" name="Google Shape;562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9.jpg"/><Relationship Id="rId6" Type="http://schemas.openxmlformats.org/officeDocument/2006/relationships/image" Target="../media/image21.jpg"/><Relationship Id="rId7" Type="http://schemas.openxmlformats.org/officeDocument/2006/relationships/image" Target="../media/image32.jpg"/><Relationship Id="rId8" Type="http://schemas.openxmlformats.org/officeDocument/2006/relationships/image" Target="../media/image3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 with a glass balcony and a tree in the background" id="569" name="Google Shape;569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89" l="14915" r="35763" t="23110"/>
          <a:stretch/>
        </p:blipFill>
        <p:spPr>
          <a:xfrm>
            <a:off x="6487225" y="2586525"/>
            <a:ext cx="1259100" cy="1268999"/>
          </a:xfrm>
          <a:prstGeom prst="rect">
            <a:avLst/>
          </a:prstGeom>
        </p:spPr>
      </p:pic>
      <p:sp>
        <p:nvSpPr>
          <p:cNvPr id="570" name="Google Shape;570;p63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PITCH</a:t>
            </a:r>
            <a:endParaRPr/>
          </a:p>
        </p:txBody>
      </p:sp>
      <p:sp>
        <p:nvSpPr>
          <p:cNvPr id="571" name="Google Shape;571;p6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rock" id="572" name="Google Shape;572;p6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035" r="17041" t="0"/>
          <a:stretch/>
        </p:blipFill>
        <p:spPr>
          <a:xfrm>
            <a:off x="7757975" y="3866750"/>
            <a:ext cx="1259700" cy="1279200"/>
          </a:xfrm>
          <a:prstGeom prst="rect">
            <a:avLst/>
          </a:prstGeom>
        </p:spPr>
      </p:pic>
      <p:sp>
        <p:nvSpPr>
          <p:cNvPr id="573" name="Google Shape;573;p63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4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132100" y="3811125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4"/>
          <p:cNvPicPr preferRelativeResize="0"/>
          <p:nvPr/>
        </p:nvPicPr>
        <p:blipFill rotWithShape="1">
          <a:blip r:embed="rId4">
            <a:alphaModFix/>
          </a:blip>
          <a:srcRect b="11308" l="0" r="0" t="0"/>
          <a:stretch/>
        </p:blipFill>
        <p:spPr>
          <a:xfrm rot="10800000">
            <a:off x="1399300" y="2552200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4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139700" y="1285326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581" name="Google Shape;581;p64"/>
          <p:cNvCxnSpPr/>
          <p:nvPr/>
        </p:nvCxnSpPr>
        <p:spPr>
          <a:xfrm>
            <a:off x="13993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6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64"/>
          <p:cNvSpPr txBox="1"/>
          <p:nvPr>
            <p:ph idx="8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4" name="Google Shape;584;p64"/>
          <p:cNvSpPr txBox="1"/>
          <p:nvPr>
            <p:ph idx="7" type="title"/>
          </p:nvPr>
        </p:nvSpPr>
        <p:spPr>
          <a:xfrm>
            <a:off x="365098" y="13467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5" name="Google Shape;585;p64"/>
          <p:cNvSpPr txBox="1"/>
          <p:nvPr>
            <p:ph type="title"/>
          </p:nvPr>
        </p:nvSpPr>
        <p:spPr>
          <a:xfrm>
            <a:off x="365098" y="19801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6" name="Google Shape;586;p64"/>
          <p:cNvSpPr txBox="1"/>
          <p:nvPr>
            <p:ph idx="2" type="title"/>
          </p:nvPr>
        </p:nvSpPr>
        <p:spPr>
          <a:xfrm>
            <a:off x="365098" y="26097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64"/>
          <p:cNvSpPr txBox="1"/>
          <p:nvPr>
            <p:ph idx="3" type="title"/>
          </p:nvPr>
        </p:nvSpPr>
        <p:spPr>
          <a:xfrm>
            <a:off x="365098" y="32392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64"/>
          <p:cNvSpPr txBox="1"/>
          <p:nvPr>
            <p:ph idx="6" type="title"/>
          </p:nvPr>
        </p:nvSpPr>
        <p:spPr>
          <a:xfrm>
            <a:off x="365098" y="38670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89" name="Google Shape;589;p64"/>
          <p:cNvSpPr txBox="1"/>
          <p:nvPr>
            <p:ph idx="9" type="title"/>
          </p:nvPr>
        </p:nvSpPr>
        <p:spPr>
          <a:xfrm>
            <a:off x="1483100" y="134672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590" name="Google Shape;590;p64"/>
          <p:cNvSpPr txBox="1"/>
          <p:nvPr>
            <p:ph idx="13" type="title"/>
          </p:nvPr>
        </p:nvSpPr>
        <p:spPr>
          <a:xfrm>
            <a:off x="1483100" y="19801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591" name="Google Shape;591;p64"/>
          <p:cNvSpPr txBox="1"/>
          <p:nvPr>
            <p:ph idx="5" type="title"/>
          </p:nvPr>
        </p:nvSpPr>
        <p:spPr>
          <a:xfrm>
            <a:off x="1483100" y="26097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592" name="Google Shape;592;p64"/>
          <p:cNvSpPr txBox="1"/>
          <p:nvPr>
            <p:ph idx="14" type="title"/>
          </p:nvPr>
        </p:nvSpPr>
        <p:spPr>
          <a:xfrm>
            <a:off x="1483100" y="32392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593" name="Google Shape;593;p64"/>
          <p:cNvSpPr txBox="1"/>
          <p:nvPr>
            <p:ph idx="15" type="title"/>
          </p:nvPr>
        </p:nvSpPr>
        <p:spPr>
          <a:xfrm>
            <a:off x="1483100" y="38670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cxnSp>
        <p:nvCxnSpPr>
          <p:cNvPr id="594" name="Google Shape;594;p64"/>
          <p:cNvCxnSpPr/>
          <p:nvPr/>
        </p:nvCxnSpPr>
        <p:spPr>
          <a:xfrm>
            <a:off x="129300" y="128532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64"/>
          <p:cNvCxnSpPr/>
          <p:nvPr/>
        </p:nvCxnSpPr>
        <p:spPr>
          <a:xfrm>
            <a:off x="133363" y="19253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64"/>
          <p:cNvCxnSpPr/>
          <p:nvPr/>
        </p:nvCxnSpPr>
        <p:spPr>
          <a:xfrm>
            <a:off x="133363" y="25540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64"/>
          <p:cNvCxnSpPr/>
          <p:nvPr/>
        </p:nvCxnSpPr>
        <p:spPr>
          <a:xfrm>
            <a:off x="133363" y="31826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64"/>
          <p:cNvCxnSpPr/>
          <p:nvPr/>
        </p:nvCxnSpPr>
        <p:spPr>
          <a:xfrm>
            <a:off x="133363" y="38113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64"/>
          <p:cNvCxnSpPr/>
          <p:nvPr/>
        </p:nvCxnSpPr>
        <p:spPr>
          <a:xfrm>
            <a:off x="133363" y="44399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4" name="Google Shape;604;p65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65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65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65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5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65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65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65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65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5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6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615" name="Google Shape;615;p65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616" name="Google Shape;616;p65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17" name="Google Shape;617;p65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pain points are you tackling? What gaps are you going to fill?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rock or mineral. " id="618" name="Google Shape;618;p65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619" name="Google Shape;619;p65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620" name="Google Shape;620;p65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impact of the pain point and why it matters.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5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impact of the pain point and why it matters.</a:t>
            </a:r>
            <a:endParaRPr/>
          </a:p>
        </p:txBody>
      </p:sp>
      <p:sp>
        <p:nvSpPr>
          <p:cNvPr id="622" name="Google Shape;622;p6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a challenge</a:t>
            </a:r>
            <a:endParaRPr/>
          </a:p>
        </p:txBody>
      </p:sp>
      <p:sp>
        <p:nvSpPr>
          <p:cNvPr id="623" name="Google Shape;623;p65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a challenge</a:t>
            </a:r>
            <a:endParaRPr/>
          </a:p>
        </p:txBody>
      </p:sp>
      <p:sp>
        <p:nvSpPr>
          <p:cNvPr id="624" name="Google Shape;624;p65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a challenge</a:t>
            </a:r>
            <a:endParaRPr/>
          </a:p>
        </p:txBody>
      </p:sp>
      <p:sp>
        <p:nvSpPr>
          <p:cNvPr id="625" name="Google Shape;625;p6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impact of the pain point and why it matters.</a:t>
            </a:r>
            <a:endParaRPr/>
          </a:p>
        </p:txBody>
      </p:sp>
      <p:sp>
        <p:nvSpPr>
          <p:cNvPr id="626" name="Google Shape;626;p65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3" name="Google Shape;633;p66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66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66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66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66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66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6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641" name="Google Shape;641;p6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how your product addresses one of the challenges you identified earlier.</a:t>
            </a:r>
            <a:endParaRPr/>
          </a:p>
        </p:txBody>
      </p:sp>
      <p:sp>
        <p:nvSpPr>
          <p:cNvPr id="642" name="Google Shape;642;p6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1</a:t>
            </a:r>
            <a:endParaRPr/>
          </a:p>
        </p:txBody>
      </p:sp>
      <p:sp>
        <p:nvSpPr>
          <p:cNvPr id="643" name="Google Shape;643;p6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how your product addresses one of the challenges you identified earlier.</a:t>
            </a:r>
            <a:endParaRPr/>
          </a:p>
        </p:txBody>
      </p:sp>
      <p:sp>
        <p:nvSpPr>
          <p:cNvPr id="644" name="Google Shape;644;p6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2</a:t>
            </a:r>
            <a:endParaRPr/>
          </a:p>
        </p:txBody>
      </p:sp>
      <p:sp>
        <p:nvSpPr>
          <p:cNvPr id="645" name="Google Shape;645;p6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how your product addresses one of the challenges you identified earlier.</a:t>
            </a:r>
            <a:endParaRPr/>
          </a:p>
        </p:txBody>
      </p:sp>
      <p:sp>
        <p:nvSpPr>
          <p:cNvPr id="646" name="Google Shape;646;p6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3</a:t>
            </a:r>
            <a:endParaRPr/>
          </a:p>
        </p:txBody>
      </p:sp>
      <p:sp>
        <p:nvSpPr>
          <p:cNvPr id="647" name="Google Shape;647;p6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8" name="Google Shape;648;p6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9" name="Google Shape;649;p6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descr="A close up of red and brown patterns on sedimentary rock." id="650" name="Google Shape;650;p66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12920" r="12913" t="0"/>
          <a:stretch/>
        </p:blipFill>
        <p:spPr>
          <a:xfrm>
            <a:off x="5215425" y="1291375"/>
            <a:ext cx="3807900" cy="385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7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6" name="Google Shape;656;p67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67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67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67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67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67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67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67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67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67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666" name="Google Shape;666;p67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67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669" name="Google Shape;669;p67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670" name="Google Shape;67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7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/>
              <a:t>Add any additional design details, capabilities, or product applications</a:t>
            </a:r>
            <a:endParaRPr/>
          </a:p>
        </p:txBody>
      </p:sp>
      <p:sp>
        <p:nvSpPr>
          <p:cNvPr id="672" name="Google Shape;672;p67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your product in action. Highlight core capabilities and unique features.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7" name="Google Shape;677;p68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68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8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8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8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68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68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684" name="Google Shape;684;p68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 it to life with key details.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List use cases or applications.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Include styles or feature options. </a:t>
            </a:r>
            <a:endParaRPr/>
          </a:p>
        </p:txBody>
      </p:sp>
      <p:sp>
        <p:nvSpPr>
          <p:cNvPr id="685" name="Google Shape;685;p68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a product feature</a:t>
            </a:r>
            <a:endParaRPr/>
          </a:p>
        </p:txBody>
      </p:sp>
      <p:sp>
        <p:nvSpPr>
          <p:cNvPr id="686" name="Google Shape;686;p68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what makes this feature distinctive.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Make it shine with vivid language.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Break down the technical aspects.</a:t>
            </a:r>
            <a:endParaRPr/>
          </a:p>
        </p:txBody>
      </p:sp>
      <p:sp>
        <p:nvSpPr>
          <p:cNvPr id="687" name="Google Shape;687;p68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a product feature</a:t>
            </a:r>
            <a:endParaRPr/>
          </a:p>
        </p:txBody>
      </p:sp>
      <p:sp>
        <p:nvSpPr>
          <p:cNvPr id="688" name="Google Shape;688;p68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notes on design or user experience.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Share important tech specs.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Duplicate this slide if you need more space.</a:t>
            </a:r>
            <a:endParaRPr/>
          </a:p>
        </p:txBody>
      </p:sp>
      <p:sp>
        <p:nvSpPr>
          <p:cNvPr id="689" name="Google Shape;689;p68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a product feature</a:t>
            </a:r>
            <a:endParaRPr/>
          </a:p>
        </p:txBody>
      </p:sp>
      <p:pic>
        <p:nvPicPr>
          <p:cNvPr descr="A city skyline seen from afar, silhouetted against the sunset sky. " id="690" name="Google Shape;690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691" name="Google Shape;691;p6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692" name="Google Shape;692;p68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693" name="Google Shape;693;p68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94" name="Google Shape;694;p68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95" name="Google Shape;695;p68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6" name="Google Shape;696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PIPELINE // PRODUCT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888" y="1294138"/>
            <a:ext cx="1264099" cy="1264074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707" name="Google Shape;707;p70"/>
          <p:cNvCxnSpPr/>
          <p:nvPr/>
        </p:nvCxnSpPr>
        <p:spPr>
          <a:xfrm>
            <a:off x="7752213" y="1225"/>
            <a:ext cx="0" cy="3865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70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70"/>
          <p:cNvCxnSpPr/>
          <p:nvPr/>
        </p:nvCxnSpPr>
        <p:spPr>
          <a:xfrm>
            <a:off x="128875" y="2579575"/>
            <a:ext cx="8895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70"/>
          <p:cNvCxnSpPr/>
          <p:nvPr/>
        </p:nvCxnSpPr>
        <p:spPr>
          <a:xfrm>
            <a:off x="5212100" y="1283675"/>
            <a:ext cx="0" cy="3861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70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70"/>
          <p:cNvCxnSpPr/>
          <p:nvPr/>
        </p:nvCxnSpPr>
        <p:spPr>
          <a:xfrm>
            <a:off x="128875" y="1291375"/>
            <a:ext cx="8893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ortrait of a smiling man wearing eyeglasses " id="715" name="Google Shape;715;p70"/>
          <p:cNvPicPr preferRelativeResize="0"/>
          <p:nvPr/>
        </p:nvPicPr>
        <p:blipFill rotWithShape="1">
          <a:blip r:embed="rId4">
            <a:alphaModFix/>
          </a:blip>
          <a:srcRect b="19267" l="756" r="1031" t="6284"/>
          <a:stretch/>
        </p:blipFill>
        <p:spPr>
          <a:xfrm>
            <a:off x="133325" y="1296075"/>
            <a:ext cx="2531400" cy="1278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716" name="Google Shape;716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70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70"/>
          <p:cNvSpPr txBox="1"/>
          <p:nvPr>
            <p:ph type="title"/>
          </p:nvPr>
        </p:nvSpPr>
        <p:spPr>
          <a:xfrm>
            <a:off x="139700" y="228600"/>
            <a:ext cx="50793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INSIGHTS ABOUT YOUR USER</a:t>
            </a:r>
            <a:endParaRPr/>
          </a:p>
        </p:txBody>
      </p:sp>
      <p:sp>
        <p:nvSpPr>
          <p:cNvPr id="719" name="Google Shape;719;p70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what they’re looking for.”</a:t>
            </a:r>
            <a:endParaRPr/>
          </a:p>
        </p:txBody>
      </p:sp>
      <p:sp>
        <p:nvSpPr>
          <p:cNvPr id="720" name="Google Shape;720;p70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721" name="Google Shape;721;p70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722" name="Google Shape;722;p70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an obstacle your persona struggles with. What interferes with their needs and motivations?</a:t>
            </a:r>
            <a:endParaRPr/>
          </a:p>
        </p:txBody>
      </p:sp>
      <p:sp>
        <p:nvSpPr>
          <p:cNvPr id="723" name="Google Shape;723;p70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your persona want to achieve? What are their goals?</a:t>
            </a:r>
            <a:endParaRPr/>
          </a:p>
        </p:txBody>
      </p:sp>
      <p:sp>
        <p:nvSpPr>
          <p:cNvPr id="724" name="Google Shape;724;p70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725" name="Google Shape;725;p70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where your product or service comes in. How will it help them achieve their goal or resolve a pain point? </a:t>
            </a:r>
            <a:endParaRPr/>
          </a:p>
        </p:txBody>
      </p:sp>
      <p:sp>
        <p:nvSpPr>
          <p:cNvPr id="726" name="Google Shape;726;p70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can help</a:t>
            </a:r>
            <a:endParaRPr/>
          </a:p>
        </p:txBody>
      </p:sp>
      <p:sp>
        <p:nvSpPr>
          <p:cNvPr id="727" name="Google Shape;727;p70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time</a:t>
            </a:r>
            <a:endParaRPr/>
          </a:p>
        </p:txBody>
      </p:sp>
      <p:sp>
        <p:nvSpPr>
          <p:cNvPr id="728" name="Google Shape;728;p70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time</a:t>
            </a:r>
            <a:endParaRPr/>
          </a:p>
        </p:txBody>
      </p:sp>
      <p:sp>
        <p:nvSpPr>
          <p:cNvPr id="729" name="Google Shape;729;p70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usage</a:t>
            </a:r>
            <a:endParaRPr/>
          </a:p>
        </p:txBody>
      </p:sp>
      <p:sp>
        <p:nvSpPr>
          <p:cNvPr id="730" name="Google Shape;730;p70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media usage</a:t>
            </a:r>
            <a:endParaRPr/>
          </a:p>
        </p:txBody>
      </p:sp>
      <p:sp>
        <p:nvSpPr>
          <p:cNvPr id="731" name="Google Shape;731;p70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budget</a:t>
            </a:r>
            <a:endParaRPr/>
          </a:p>
        </p:txBody>
      </p:sp>
      <p:sp>
        <p:nvSpPr>
          <p:cNvPr id="732" name="Google Shape;732;p70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Entertainment budget</a:t>
            </a:r>
            <a:endParaRPr/>
          </a:p>
        </p:txBody>
      </p:sp>
      <p:sp>
        <p:nvSpPr>
          <p:cNvPr id="733" name="Google Shape;733;p70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target persona. Highlight some key traits and mention their age, profession, and location.</a:t>
            </a:r>
            <a:endParaRPr/>
          </a:p>
        </p:txBody>
      </p:sp>
      <p:grpSp>
        <p:nvGrpSpPr>
          <p:cNvPr id="734" name="Google Shape;734;p70"/>
          <p:cNvGrpSpPr/>
          <p:nvPr/>
        </p:nvGrpSpPr>
        <p:grpSpPr>
          <a:xfrm>
            <a:off x="230750" y="4154575"/>
            <a:ext cx="2008200" cy="85200"/>
            <a:chOff x="284700" y="4141975"/>
            <a:chExt cx="2008200" cy="85200"/>
          </a:xfrm>
        </p:grpSpPr>
        <p:sp>
          <p:nvSpPr>
            <p:cNvPr id="735" name="Google Shape;735;p70"/>
            <p:cNvSpPr/>
            <p:nvPr/>
          </p:nvSpPr>
          <p:spPr>
            <a:xfrm>
              <a:off x="284700" y="41419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6" name="Google Shape;736;p70"/>
            <p:cNvSpPr/>
            <p:nvPr/>
          </p:nvSpPr>
          <p:spPr>
            <a:xfrm>
              <a:off x="284700" y="4141975"/>
              <a:ext cx="16248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37" name="Google Shape;737;p70"/>
          <p:cNvGrpSpPr/>
          <p:nvPr/>
        </p:nvGrpSpPr>
        <p:grpSpPr>
          <a:xfrm>
            <a:off x="230750" y="4641125"/>
            <a:ext cx="2008200" cy="85200"/>
            <a:chOff x="284700" y="4683725"/>
            <a:chExt cx="2008200" cy="85200"/>
          </a:xfrm>
        </p:grpSpPr>
        <p:sp>
          <p:nvSpPr>
            <p:cNvPr id="738" name="Google Shape;738;p70"/>
            <p:cNvSpPr/>
            <p:nvPr/>
          </p:nvSpPr>
          <p:spPr>
            <a:xfrm>
              <a:off x="284700" y="46837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9" name="Google Shape;739;p70"/>
            <p:cNvSpPr/>
            <p:nvPr/>
          </p:nvSpPr>
          <p:spPr>
            <a:xfrm>
              <a:off x="284700" y="4683725"/>
              <a:ext cx="9837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40" name="Google Shape;740;p70"/>
          <p:cNvGrpSpPr/>
          <p:nvPr/>
        </p:nvGrpSpPr>
        <p:grpSpPr>
          <a:xfrm>
            <a:off x="2771163" y="4154575"/>
            <a:ext cx="2008200" cy="85200"/>
            <a:chOff x="2828725" y="4154575"/>
            <a:chExt cx="2008200" cy="85200"/>
          </a:xfrm>
        </p:grpSpPr>
        <p:sp>
          <p:nvSpPr>
            <p:cNvPr id="741" name="Google Shape;741;p70"/>
            <p:cNvSpPr/>
            <p:nvPr/>
          </p:nvSpPr>
          <p:spPr>
            <a:xfrm>
              <a:off x="2828725" y="41545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2" name="Google Shape;742;p70"/>
            <p:cNvSpPr/>
            <p:nvPr/>
          </p:nvSpPr>
          <p:spPr>
            <a:xfrm>
              <a:off x="2828725" y="4154575"/>
              <a:ext cx="5820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43" name="Google Shape;743;p70"/>
          <p:cNvGrpSpPr/>
          <p:nvPr/>
        </p:nvGrpSpPr>
        <p:grpSpPr>
          <a:xfrm>
            <a:off x="2771163" y="4641125"/>
            <a:ext cx="2008200" cy="85200"/>
            <a:chOff x="2828725" y="4683725"/>
            <a:chExt cx="2008200" cy="85200"/>
          </a:xfrm>
        </p:grpSpPr>
        <p:sp>
          <p:nvSpPr>
            <p:cNvPr id="744" name="Google Shape;744;p70"/>
            <p:cNvSpPr/>
            <p:nvPr/>
          </p:nvSpPr>
          <p:spPr>
            <a:xfrm>
              <a:off x="2828725" y="46837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5" name="Google Shape;745;p70"/>
            <p:cNvSpPr/>
            <p:nvPr/>
          </p:nvSpPr>
          <p:spPr>
            <a:xfrm>
              <a:off x="2828725" y="4683725"/>
              <a:ext cx="16704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46" name="Google Shape;746;p70"/>
          <p:cNvGrpSpPr/>
          <p:nvPr/>
        </p:nvGrpSpPr>
        <p:grpSpPr>
          <a:xfrm>
            <a:off x="5311600" y="4641125"/>
            <a:ext cx="2008200" cy="85200"/>
            <a:chOff x="5372750" y="4680825"/>
            <a:chExt cx="2008200" cy="85200"/>
          </a:xfrm>
        </p:grpSpPr>
        <p:sp>
          <p:nvSpPr>
            <p:cNvPr id="747" name="Google Shape;747;p70"/>
            <p:cNvSpPr/>
            <p:nvPr/>
          </p:nvSpPr>
          <p:spPr>
            <a:xfrm>
              <a:off x="5372750" y="46808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8" name="Google Shape;748;p70"/>
            <p:cNvSpPr/>
            <p:nvPr/>
          </p:nvSpPr>
          <p:spPr>
            <a:xfrm>
              <a:off x="5372750" y="4680825"/>
              <a:ext cx="5133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49" name="Google Shape;749;p70"/>
          <p:cNvGrpSpPr/>
          <p:nvPr/>
        </p:nvGrpSpPr>
        <p:grpSpPr>
          <a:xfrm>
            <a:off x="5311600" y="4154575"/>
            <a:ext cx="2035175" cy="85200"/>
            <a:chOff x="5345775" y="4154575"/>
            <a:chExt cx="2035175" cy="85200"/>
          </a:xfrm>
        </p:grpSpPr>
        <p:sp>
          <p:nvSpPr>
            <p:cNvPr id="750" name="Google Shape;750;p70"/>
            <p:cNvSpPr/>
            <p:nvPr/>
          </p:nvSpPr>
          <p:spPr>
            <a:xfrm>
              <a:off x="5372750" y="41545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1" name="Google Shape;751;p70"/>
            <p:cNvSpPr/>
            <p:nvPr/>
          </p:nvSpPr>
          <p:spPr>
            <a:xfrm>
              <a:off x="5345775" y="4154575"/>
              <a:ext cx="8865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752725" y="1288325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71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71"/>
          <p:cNvCxnSpPr/>
          <p:nvPr/>
        </p:nvCxnSpPr>
        <p:spPr>
          <a:xfrm>
            <a:off x="2669725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71"/>
          <p:cNvCxnSpPr/>
          <p:nvPr/>
        </p:nvCxnSpPr>
        <p:spPr>
          <a:xfrm>
            <a:off x="5212100" y="1291375"/>
            <a:ext cx="0" cy="3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71"/>
          <p:cNvCxnSpPr/>
          <p:nvPr/>
        </p:nvCxnSpPr>
        <p:spPr>
          <a:xfrm>
            <a:off x="7747300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71"/>
          <p:cNvCxnSpPr/>
          <p:nvPr/>
        </p:nvCxnSpPr>
        <p:spPr>
          <a:xfrm>
            <a:off x="126000" y="4683725"/>
            <a:ext cx="889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71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71"/>
          <p:cNvSpPr/>
          <p:nvPr/>
        </p:nvSpPr>
        <p:spPr>
          <a:xfrm>
            <a:off x="28455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4" name="Google Shape;764;p71"/>
          <p:cNvSpPr/>
          <p:nvPr/>
        </p:nvSpPr>
        <p:spPr>
          <a:xfrm>
            <a:off x="282710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5" name="Google Shape;765;p71"/>
          <p:cNvSpPr/>
          <p:nvPr/>
        </p:nvSpPr>
        <p:spPr>
          <a:xfrm>
            <a:off x="5358575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6" name="Google Shape;766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side of a cliff" id="767" name="Google Shape;767;p71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12703" r="12703" t="17437"/>
          <a:stretch/>
        </p:blipFill>
        <p:spPr>
          <a:xfrm>
            <a:off x="7752125" y="2584175"/>
            <a:ext cx="1266599" cy="2093700"/>
          </a:xfrm>
          <a:prstGeom prst="rect">
            <a:avLst/>
          </a:prstGeom>
        </p:spPr>
      </p:pic>
      <p:sp>
        <p:nvSpPr>
          <p:cNvPr id="768" name="Google Shape;768;p71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71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71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1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step or phase.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71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can include further deliveries, check-ins, marketing events,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71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 an advancement,   improvement, or additional feature you plan to launch in the future.</a:t>
            </a:r>
            <a:endParaRPr/>
          </a:p>
        </p:txBody>
      </p:sp>
      <p:sp>
        <p:nvSpPr>
          <p:cNvPr id="774" name="Google Shape;774;p71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775" name="Google Shape;775;p71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776" name="Google Shape;776;p71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777" name="Google Shape;777;p71"/>
          <p:cNvSpPr txBox="1"/>
          <p:nvPr>
            <p:ph type="title"/>
          </p:nvPr>
        </p:nvSpPr>
        <p:spPr>
          <a:xfrm>
            <a:off x="139700" y="228600"/>
            <a:ext cx="52425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PRODUCT’S EVOLUTION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435926" y="3373600"/>
            <a:ext cx="2279099" cy="1282050"/>
          </a:xfrm>
          <a:prstGeom prst="rect">
            <a:avLst/>
          </a:prstGeom>
          <a:gradFill>
            <a:gsLst>
              <a:gs pos="0">
                <a:schemeClr val="dk2"/>
              </a:gs>
              <a:gs pos="0">
                <a:schemeClr val="dk2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783" name="Google Shape;783;p72"/>
          <p:cNvCxnSpPr/>
          <p:nvPr/>
        </p:nvCxnSpPr>
        <p:spPr>
          <a:xfrm>
            <a:off x="5212102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72"/>
          <p:cNvCxnSpPr/>
          <p:nvPr/>
        </p:nvCxnSpPr>
        <p:spPr>
          <a:xfrm>
            <a:off x="3940151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72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72"/>
          <p:cNvCxnSpPr/>
          <p:nvPr/>
        </p:nvCxnSpPr>
        <p:spPr>
          <a:xfrm>
            <a:off x="7752125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7" name="Google Shape;78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6483275" y="1287500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72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72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72"/>
          <p:cNvCxnSpPr/>
          <p:nvPr/>
        </p:nvCxnSpPr>
        <p:spPr>
          <a:xfrm>
            <a:off x="133013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72"/>
          <p:cNvCxnSpPr/>
          <p:nvPr/>
        </p:nvCxnSpPr>
        <p:spPr>
          <a:xfrm>
            <a:off x="6480951" y="1291375"/>
            <a:ext cx="0" cy="3830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ortrait of a smiling man wearing eyeglasses " id="792" name="Google Shape;792;p72"/>
          <p:cNvPicPr preferRelativeResize="0"/>
          <p:nvPr/>
        </p:nvPicPr>
        <p:blipFill rotWithShape="1">
          <a:blip r:embed="rId5">
            <a:alphaModFix/>
          </a:blip>
          <a:srcRect b="21427" l="24309" r="24762" t="1526"/>
          <a:stretch/>
        </p:blipFill>
        <p:spPr>
          <a:xfrm>
            <a:off x="133525" y="1294525"/>
            <a:ext cx="1266300" cy="127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ortrait of a businesswoman looking at the camera. " id="793" name="Google Shape;793;p72"/>
          <p:cNvPicPr preferRelativeResize="0"/>
          <p:nvPr/>
        </p:nvPicPr>
        <p:blipFill rotWithShape="1">
          <a:blip r:embed="rId6">
            <a:alphaModFix/>
          </a:blip>
          <a:srcRect b="1117" l="34183" r="632" t="0"/>
          <a:stretch/>
        </p:blipFill>
        <p:spPr>
          <a:xfrm>
            <a:off x="2671450" y="1297675"/>
            <a:ext cx="1265100" cy="12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ortrait of a man wearing glasses" id="795" name="Google Shape;795;p72"/>
          <p:cNvPicPr preferRelativeResize="0"/>
          <p:nvPr>
            <p:ph idx="13" type="pic"/>
          </p:nvPr>
        </p:nvPicPr>
        <p:blipFill rotWithShape="1">
          <a:blip r:embed="rId7">
            <a:alphaModFix/>
          </a:blip>
          <a:srcRect b="28115" l="0" r="0" t="4349"/>
          <a:stretch/>
        </p:blipFill>
        <p:spPr>
          <a:xfrm>
            <a:off x="7756350" y="1296175"/>
            <a:ext cx="1259100" cy="1280102"/>
          </a:xfrm>
          <a:prstGeom prst="rect">
            <a:avLst/>
          </a:prstGeom>
        </p:spPr>
      </p:pic>
      <p:sp>
        <p:nvSpPr>
          <p:cNvPr id="796" name="Google Shape;796;p72"/>
          <p:cNvSpPr txBox="1"/>
          <p:nvPr>
            <p:ph type="title"/>
          </p:nvPr>
        </p:nvSpPr>
        <p:spPr>
          <a:xfrm>
            <a:off x="131875" y="228600"/>
            <a:ext cx="5076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797" name="Google Shape;797;p72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Full Name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strument Sans"/>
                <a:ea typeface="Instrument Sans"/>
                <a:cs typeface="Instrument Sans"/>
                <a:sym typeface="Instrument Sans"/>
              </a:rPr>
              <a:t>Title</a:t>
            </a:r>
            <a:endParaRPr b="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98" name="Google Shape;798;p7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Write a brief bio of this team member. Include their background, expertise, and project responsibilities.</a:t>
            </a:r>
            <a:endParaRPr sz="1050"/>
          </a:p>
        </p:txBody>
      </p:sp>
      <p:sp>
        <p:nvSpPr>
          <p:cNvPr id="799" name="Google Shape;799;p72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Full Name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strument Sans"/>
                <a:ea typeface="Instrument Sans"/>
                <a:cs typeface="Instrument Sans"/>
                <a:sym typeface="Instrument Sans"/>
              </a:rPr>
              <a:t>Title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0" name="Google Shape;800;p7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Write a brief bio of this team member. Include their background, expertise, and project responsibilities.</a:t>
            </a:r>
            <a:endParaRPr sz="1050"/>
          </a:p>
        </p:txBody>
      </p:sp>
      <p:sp>
        <p:nvSpPr>
          <p:cNvPr id="801" name="Google Shape;801;p72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Full Name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strument Sans"/>
                <a:ea typeface="Instrument Sans"/>
                <a:cs typeface="Instrument Sans"/>
                <a:sym typeface="Instrument Sans"/>
              </a:rPr>
              <a:t>Title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2" name="Google Shape;802;p7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Write a brief bio of this team member. Include their background, expertise, and project responsibilities.</a:t>
            </a:r>
            <a:endParaRPr sz="1050"/>
          </a:p>
        </p:txBody>
      </p:sp>
      <p:sp>
        <p:nvSpPr>
          <p:cNvPr id="803" name="Google Shape;803;p72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Full Name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strument Sans"/>
                <a:ea typeface="Instrument Sans"/>
                <a:cs typeface="Instrument Sans"/>
                <a:sym typeface="Instrument Sans"/>
              </a:rPr>
              <a:t>Title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4" name="Google Shape;804;p7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Write a brief bio of this team member. Include their background, expertise, and project responsibilities.</a:t>
            </a:r>
            <a:endParaRPr sz="1050"/>
          </a:p>
        </p:txBody>
      </p:sp>
      <p:pic>
        <p:nvPicPr>
          <p:cNvPr descr="Portrait of a smiling woman with her arms folded" id="805" name="Google Shape;805;p72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40953" l="27896" r="41085" t="11926"/>
          <a:stretch/>
        </p:blipFill>
        <p:spPr>
          <a:xfrm>
            <a:off x="5216500" y="1297675"/>
            <a:ext cx="1259101" cy="1276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1" name="Google Shape;811;p73"/>
          <p:cNvSpPr txBox="1"/>
          <p:nvPr>
            <p:ph type="title"/>
          </p:nvPr>
        </p:nvSpPr>
        <p:spPr>
          <a:xfrm>
            <a:off x="128875" y="1666875"/>
            <a:ext cx="4922400" cy="1754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Demo</a:t>
            </a:r>
            <a:endParaRPr/>
          </a:p>
        </p:txBody>
      </p:sp>
      <p:sp>
        <p:nvSpPr>
          <p:cNvPr id="812" name="Google Shape;812;p73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Encourage your audience to ask questions or give feedback about the presentation.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relevant contact details and invite your audience to continue the conversation beyond the presentation.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3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OUR TEAM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Seascape at dusk " id="814" name="Google Shape;814;p73"/>
          <p:cNvPicPr preferRelativeResize="0"/>
          <p:nvPr/>
        </p:nvPicPr>
        <p:blipFill rotWithShape="1">
          <a:blip r:embed="rId3">
            <a:alphaModFix/>
          </a:blip>
          <a:srcRect b="0" l="34636" r="0" t="0"/>
          <a:stretch/>
        </p:blipFill>
        <p:spPr>
          <a:xfrm>
            <a:off x="7754750" y="1297450"/>
            <a:ext cx="1259576" cy="12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0" name="Google Shape;820;p74"/>
          <p:cNvSpPr txBox="1"/>
          <p:nvPr/>
        </p:nvSpPr>
        <p:spPr>
          <a:xfrm>
            <a:off x="1240175" y="749650"/>
            <a:ext cx="6922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EXAMPLE</a:t>
            </a:r>
            <a:endParaRPr b="1" sz="8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 with a glass balcony and a tree in the background" id="825" name="Google Shape;825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89" l="14915" r="35763" t="23110"/>
          <a:stretch/>
        </p:blipFill>
        <p:spPr>
          <a:xfrm>
            <a:off x="6487225" y="2586525"/>
            <a:ext cx="1259100" cy="1268999"/>
          </a:xfrm>
          <a:prstGeom prst="rect">
            <a:avLst/>
          </a:prstGeom>
        </p:spPr>
      </p:pic>
      <p:sp>
        <p:nvSpPr>
          <p:cNvPr id="826" name="Google Shape;826;p75"/>
          <p:cNvSpPr txBox="1"/>
          <p:nvPr>
            <p:ph type="title"/>
          </p:nvPr>
        </p:nvSpPr>
        <p:spPr>
          <a:xfrm>
            <a:off x="128875" y="1291375"/>
            <a:ext cx="6341400" cy="2413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office of marketing: </a:t>
            </a:r>
            <a:br>
              <a:rPr lang="en"/>
            </a:br>
            <a:r>
              <a:rPr lang="en" sz="3000"/>
              <a:t>Agentic system of SNS manager</a:t>
            </a:r>
            <a:endParaRPr sz="3000"/>
          </a:p>
        </p:txBody>
      </p:sp>
      <p:sp>
        <p:nvSpPr>
          <p:cNvPr id="827" name="Google Shape;827;p7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rock" id="828" name="Google Shape;828;p75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035" r="17041" t="0"/>
          <a:stretch/>
        </p:blipFill>
        <p:spPr>
          <a:xfrm>
            <a:off x="7757975" y="3866750"/>
            <a:ext cx="1259700" cy="1279200"/>
          </a:xfrm>
          <a:prstGeom prst="rect">
            <a:avLst/>
          </a:prstGeom>
        </p:spPr>
      </p:pic>
      <p:sp>
        <p:nvSpPr>
          <p:cNvPr id="829" name="Google Shape;829;p75"/>
          <p:cNvSpPr txBox="1"/>
          <p:nvPr>
            <p:ph idx="1" type="subTitle"/>
          </p:nvPr>
        </p:nvSpPr>
        <p:spPr>
          <a:xfrm>
            <a:off x="248950" y="4379825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Michelle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4" name="Google Shape;834;p76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76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76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6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6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6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6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6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6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6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845" name="Google Shape;845;p76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846" name="Google Shape;846;p76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847" name="Google Shape;847;p7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rock or mineral. " id="848" name="Google Shape;848;p76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849" name="Google Shape;849;p76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850" name="Google Shape;850;p76"/>
          <p:cNvSpPr txBox="1"/>
          <p:nvPr>
            <p:ph idx="4" type="body"/>
          </p:nvPr>
        </p:nvSpPr>
        <p:spPr>
          <a:xfrm>
            <a:off x="6483525" y="3170875"/>
            <a:ext cx="25146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Limited resources in social media campaigns</a:t>
            </a:r>
            <a:endParaRPr/>
          </a:p>
        </p:txBody>
      </p:sp>
      <p:sp>
        <p:nvSpPr>
          <p:cNvPr id="851" name="Google Shape;851;p7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impact of the pain point and why it matters.</a:t>
            </a:r>
            <a:endParaRPr/>
          </a:p>
        </p:txBody>
      </p:sp>
      <p:sp>
        <p:nvSpPr>
          <p:cNvPr id="852" name="Google Shape;852;p7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Rights Organizations do not have marketing teams</a:t>
            </a:r>
            <a:endParaRPr/>
          </a:p>
        </p:txBody>
      </p:sp>
      <p:sp>
        <p:nvSpPr>
          <p:cNvPr id="853" name="Google Shape;853;p7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Rights Lawyers lack SNS expertise</a:t>
            </a:r>
            <a:endParaRPr/>
          </a:p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lawyers need help</a:t>
            </a:r>
            <a:endParaRPr/>
          </a:p>
        </p:txBody>
      </p:sp>
      <p:sp>
        <p:nvSpPr>
          <p:cNvPr id="855" name="Google Shape;855;p76"/>
          <p:cNvSpPr txBox="1"/>
          <p:nvPr>
            <p:ph idx="1" type="body"/>
          </p:nvPr>
        </p:nvSpPr>
        <p:spPr>
          <a:xfrm>
            <a:off x="2683650" y="1894500"/>
            <a:ext cx="2514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TrialWatch does not have a dedicated marketing office</a:t>
            </a:r>
            <a:endParaRPr/>
          </a:p>
        </p:txBody>
      </p:sp>
      <p:sp>
        <p:nvSpPr>
          <p:cNvPr id="856" name="Google Shape;856;p76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7" name="Google Shape;857;p76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8" name="Google Shape;858;p76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3" name="Google Shape;863;p77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77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77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77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77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77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0" name="Google Shape;870;p77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871" name="Google Shape;871;p77"/>
          <p:cNvSpPr txBox="1"/>
          <p:nvPr>
            <p:ph idx="4" type="body"/>
          </p:nvPr>
        </p:nvSpPr>
        <p:spPr>
          <a:xfrm>
            <a:off x="1399300" y="1867750"/>
            <a:ext cx="3811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AI agents will automatically data collect</a:t>
            </a:r>
            <a:endParaRPr/>
          </a:p>
        </p:txBody>
      </p:sp>
      <p:sp>
        <p:nvSpPr>
          <p:cNvPr id="872" name="Google Shape;872;p77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agents collect organization’s information and recent projects</a:t>
            </a:r>
            <a:endParaRPr/>
          </a:p>
        </p:txBody>
      </p:sp>
      <p:sp>
        <p:nvSpPr>
          <p:cNvPr id="873" name="Google Shape;873;p77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Agents are fine tuned with social media campaign knowledge</a:t>
            </a:r>
            <a:endParaRPr/>
          </a:p>
        </p:txBody>
      </p:sp>
      <p:sp>
        <p:nvSpPr>
          <p:cNvPr id="874" name="Google Shape;874;p77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agents trained on social media data </a:t>
            </a:r>
            <a:endParaRPr/>
          </a:p>
        </p:txBody>
      </p:sp>
      <p:sp>
        <p:nvSpPr>
          <p:cNvPr id="875" name="Google Shape;875;p77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AI agents will curate a 3 month plans for marketing based on organization</a:t>
            </a:r>
            <a:endParaRPr/>
          </a:p>
        </p:txBody>
      </p:sp>
      <p:sp>
        <p:nvSpPr>
          <p:cNvPr id="876" name="Google Shape;876;p77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agents who do marketing on behalf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7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8" name="Google Shape;878;p77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79" name="Google Shape;879;p77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descr="A close up of red and brown patterns on sedimentary rock." id="880" name="Google Shape;880;p77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12920" r="12913" t="0"/>
          <a:stretch/>
        </p:blipFill>
        <p:spPr>
          <a:xfrm>
            <a:off x="5215425" y="1291375"/>
            <a:ext cx="3807900" cy="385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8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86" name="Google Shape;886;p78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78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8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8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78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8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78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78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78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896" name="Google Shape;896;p78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8" name="Google Shape;898;p78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899" name="Google Shape;899;p78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900" name="Google Shape;90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8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/>
              <a:t>Add any additional design details, capabilities, or product applications</a:t>
            </a:r>
            <a:endParaRPr/>
          </a:p>
        </p:txBody>
      </p:sp>
      <p:sp>
        <p:nvSpPr>
          <p:cNvPr id="902" name="Google Shape;902;p78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agentic system of SNS marketing devoted to TrialWatch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7" name="Google Shape;907;p79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79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79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79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79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79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7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914" name="Google Shape;914;p79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 it to life with key details.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List use cases or applications.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Include styles or feature options. </a:t>
            </a:r>
            <a:endParaRPr/>
          </a:p>
        </p:txBody>
      </p:sp>
      <p:sp>
        <p:nvSpPr>
          <p:cNvPr id="915" name="Google Shape;915;p79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Automatically runs SNS marketing</a:t>
            </a:r>
            <a:endParaRPr/>
          </a:p>
        </p:txBody>
      </p:sp>
      <p:sp>
        <p:nvSpPr>
          <p:cNvPr id="916" name="Google Shape;916;p79"/>
          <p:cNvSpPr txBox="1"/>
          <p:nvPr>
            <p:ph idx="9" type="body"/>
          </p:nvPr>
        </p:nvSpPr>
        <p:spPr>
          <a:xfrm>
            <a:off x="1399300" y="3171413"/>
            <a:ext cx="38112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what makes this feature distinctive.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Make it shine with vivid language. </a:t>
            </a:r>
            <a:endParaRPr/>
          </a:p>
        </p:txBody>
      </p:sp>
      <p:sp>
        <p:nvSpPr>
          <p:cNvPr id="917" name="Google Shape;917;p79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Automatically writes monthly newsletters &amp; Blogs</a:t>
            </a:r>
            <a:endParaRPr/>
          </a:p>
        </p:txBody>
      </p:sp>
      <p:sp>
        <p:nvSpPr>
          <p:cNvPr id="918" name="Google Shape;918;p79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notes on design or user experience.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Share important tech specs.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Duplicate this slide if you need more space.</a:t>
            </a:r>
            <a:endParaRPr/>
          </a:p>
        </p:txBody>
      </p:sp>
      <p:sp>
        <p:nvSpPr>
          <p:cNvPr id="919" name="Google Shape;919;p79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agents to reduce mistakes</a:t>
            </a:r>
            <a:endParaRPr/>
          </a:p>
        </p:txBody>
      </p:sp>
      <p:pic>
        <p:nvPicPr>
          <p:cNvPr descr="A city skyline seen from afar, silhouetted against the sunset sky. " id="920" name="Google Shape;920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921" name="Google Shape;921;p7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922" name="Google Shape;922;p7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923" name="Google Shape;923;p79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24" name="Google Shape;924;p79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25" name="Google Shape;925;p79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26" name="Google Shape;926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0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PIPELINE</a:t>
            </a:r>
            <a:endParaRPr/>
          </a:p>
        </p:txBody>
      </p:sp>
      <p:pic>
        <p:nvPicPr>
          <p:cNvPr id="932" name="Google Shape;932;p80" title="Screenshot 2026-10-09 at 11.39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50" y="948675"/>
            <a:ext cx="5518899" cy="399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888" y="1294138"/>
            <a:ext cx="1264099" cy="1264074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938" name="Google Shape;938;p81"/>
          <p:cNvCxnSpPr/>
          <p:nvPr/>
        </p:nvCxnSpPr>
        <p:spPr>
          <a:xfrm>
            <a:off x="7752213" y="1225"/>
            <a:ext cx="0" cy="3865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81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81"/>
          <p:cNvCxnSpPr/>
          <p:nvPr/>
        </p:nvCxnSpPr>
        <p:spPr>
          <a:xfrm>
            <a:off x="128875" y="2579575"/>
            <a:ext cx="8895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81"/>
          <p:cNvCxnSpPr/>
          <p:nvPr/>
        </p:nvCxnSpPr>
        <p:spPr>
          <a:xfrm>
            <a:off x="5212100" y="1283675"/>
            <a:ext cx="0" cy="3861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81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8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8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81"/>
          <p:cNvCxnSpPr/>
          <p:nvPr/>
        </p:nvCxnSpPr>
        <p:spPr>
          <a:xfrm>
            <a:off x="128875" y="1291375"/>
            <a:ext cx="8893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ortrait of a smiling man wearing eyeglasses " id="946" name="Google Shape;946;p81"/>
          <p:cNvPicPr preferRelativeResize="0"/>
          <p:nvPr/>
        </p:nvPicPr>
        <p:blipFill rotWithShape="1">
          <a:blip r:embed="rId4">
            <a:alphaModFix/>
          </a:blip>
          <a:srcRect b="19267" l="756" r="1031" t="6284"/>
          <a:stretch/>
        </p:blipFill>
        <p:spPr>
          <a:xfrm>
            <a:off x="133325" y="1296075"/>
            <a:ext cx="2531400" cy="1278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47" name="Google Shape;947;p8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8" name="Google Shape;948;p81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9" name="Google Shape;949;p81"/>
          <p:cNvSpPr txBox="1"/>
          <p:nvPr>
            <p:ph type="title"/>
          </p:nvPr>
        </p:nvSpPr>
        <p:spPr>
          <a:xfrm>
            <a:off x="139700" y="228600"/>
            <a:ext cx="5079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TrialWatch’s Feedback</a:t>
            </a:r>
            <a:endParaRPr/>
          </a:p>
        </p:txBody>
      </p:sp>
      <p:sp>
        <p:nvSpPr>
          <p:cNvPr id="950" name="Google Shape;950;p81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what they’re looking for.”</a:t>
            </a:r>
            <a:endParaRPr/>
          </a:p>
        </p:txBody>
      </p:sp>
      <p:sp>
        <p:nvSpPr>
          <p:cNvPr id="951" name="Google Shape;951;p81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Michelle</a:t>
            </a:r>
            <a:endParaRPr/>
          </a:p>
        </p:txBody>
      </p:sp>
      <p:sp>
        <p:nvSpPr>
          <p:cNvPr id="952" name="Google Shape;952;p81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953" name="Google Shape;953;p81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not experts in SNS marketing</a:t>
            </a:r>
            <a:endParaRPr/>
          </a:p>
        </p:txBody>
      </p:sp>
      <p:sp>
        <p:nvSpPr>
          <p:cNvPr id="954" name="Google Shape;954;p81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 is lawyers, academics, students, and we do not have a dedicated marketing team who could help us promote our work &amp; organization</a:t>
            </a:r>
            <a:endParaRPr/>
          </a:p>
        </p:txBody>
      </p:sp>
      <p:sp>
        <p:nvSpPr>
          <p:cNvPr id="955" name="Google Shape;955;p81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56" name="Google Shape;956;p81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Wow! I am excited to see how the first newsletter will look like and how our instagram/tiktok will go viral!</a:t>
            </a:r>
            <a:endParaRPr/>
          </a:p>
        </p:txBody>
      </p:sp>
      <p:sp>
        <p:nvSpPr>
          <p:cNvPr id="957" name="Google Shape;957;p81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service helps</a:t>
            </a:r>
            <a:endParaRPr/>
          </a:p>
        </p:txBody>
      </p:sp>
      <p:sp>
        <p:nvSpPr>
          <p:cNvPr id="958" name="Google Shape;958;p81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time</a:t>
            </a:r>
            <a:endParaRPr/>
          </a:p>
        </p:txBody>
      </p:sp>
      <p:sp>
        <p:nvSpPr>
          <p:cNvPr id="959" name="Google Shape;959;p81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time</a:t>
            </a:r>
            <a:endParaRPr/>
          </a:p>
        </p:txBody>
      </p:sp>
      <p:sp>
        <p:nvSpPr>
          <p:cNvPr id="960" name="Google Shape;960;p81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usage</a:t>
            </a:r>
            <a:endParaRPr/>
          </a:p>
        </p:txBody>
      </p:sp>
      <p:sp>
        <p:nvSpPr>
          <p:cNvPr id="961" name="Google Shape;961;p81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media usage</a:t>
            </a:r>
            <a:endParaRPr/>
          </a:p>
        </p:txBody>
      </p:sp>
      <p:sp>
        <p:nvSpPr>
          <p:cNvPr id="962" name="Google Shape;962;p81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budget</a:t>
            </a:r>
            <a:endParaRPr/>
          </a:p>
        </p:txBody>
      </p:sp>
      <p:sp>
        <p:nvSpPr>
          <p:cNvPr id="963" name="Google Shape;963;p81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Entertainment budget</a:t>
            </a:r>
            <a:endParaRPr/>
          </a:p>
        </p:txBody>
      </p:sp>
      <p:sp>
        <p:nvSpPr>
          <p:cNvPr id="964" name="Google Shape;964;p81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target persona. Highlight some key traits and mention their age, profession, and location.</a:t>
            </a:r>
            <a:endParaRPr/>
          </a:p>
        </p:txBody>
      </p:sp>
      <p:grpSp>
        <p:nvGrpSpPr>
          <p:cNvPr id="965" name="Google Shape;965;p81"/>
          <p:cNvGrpSpPr/>
          <p:nvPr/>
        </p:nvGrpSpPr>
        <p:grpSpPr>
          <a:xfrm>
            <a:off x="230750" y="4154575"/>
            <a:ext cx="2008200" cy="85200"/>
            <a:chOff x="284700" y="4141975"/>
            <a:chExt cx="2008200" cy="85200"/>
          </a:xfrm>
        </p:grpSpPr>
        <p:sp>
          <p:nvSpPr>
            <p:cNvPr id="966" name="Google Shape;966;p81"/>
            <p:cNvSpPr/>
            <p:nvPr/>
          </p:nvSpPr>
          <p:spPr>
            <a:xfrm>
              <a:off x="284700" y="41419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67" name="Google Shape;967;p81"/>
            <p:cNvSpPr/>
            <p:nvPr/>
          </p:nvSpPr>
          <p:spPr>
            <a:xfrm>
              <a:off x="284700" y="4141975"/>
              <a:ext cx="16248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68" name="Google Shape;968;p81"/>
          <p:cNvGrpSpPr/>
          <p:nvPr/>
        </p:nvGrpSpPr>
        <p:grpSpPr>
          <a:xfrm>
            <a:off x="230750" y="4641125"/>
            <a:ext cx="2008200" cy="85200"/>
            <a:chOff x="284700" y="4683725"/>
            <a:chExt cx="2008200" cy="85200"/>
          </a:xfrm>
        </p:grpSpPr>
        <p:sp>
          <p:nvSpPr>
            <p:cNvPr id="969" name="Google Shape;969;p81"/>
            <p:cNvSpPr/>
            <p:nvPr/>
          </p:nvSpPr>
          <p:spPr>
            <a:xfrm>
              <a:off x="284700" y="46837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70" name="Google Shape;970;p81"/>
            <p:cNvSpPr/>
            <p:nvPr/>
          </p:nvSpPr>
          <p:spPr>
            <a:xfrm>
              <a:off x="284700" y="4683725"/>
              <a:ext cx="9837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71" name="Google Shape;971;p81"/>
          <p:cNvGrpSpPr/>
          <p:nvPr/>
        </p:nvGrpSpPr>
        <p:grpSpPr>
          <a:xfrm>
            <a:off x="2771163" y="4154575"/>
            <a:ext cx="2008200" cy="85200"/>
            <a:chOff x="2828725" y="4154575"/>
            <a:chExt cx="2008200" cy="85200"/>
          </a:xfrm>
        </p:grpSpPr>
        <p:sp>
          <p:nvSpPr>
            <p:cNvPr id="972" name="Google Shape;972;p81"/>
            <p:cNvSpPr/>
            <p:nvPr/>
          </p:nvSpPr>
          <p:spPr>
            <a:xfrm>
              <a:off x="2828725" y="41545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73" name="Google Shape;973;p81"/>
            <p:cNvSpPr/>
            <p:nvPr/>
          </p:nvSpPr>
          <p:spPr>
            <a:xfrm>
              <a:off x="2828725" y="4154575"/>
              <a:ext cx="5820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74" name="Google Shape;974;p81"/>
          <p:cNvGrpSpPr/>
          <p:nvPr/>
        </p:nvGrpSpPr>
        <p:grpSpPr>
          <a:xfrm>
            <a:off x="2771163" y="4641125"/>
            <a:ext cx="2008200" cy="85200"/>
            <a:chOff x="2828725" y="4683725"/>
            <a:chExt cx="2008200" cy="85200"/>
          </a:xfrm>
        </p:grpSpPr>
        <p:sp>
          <p:nvSpPr>
            <p:cNvPr id="975" name="Google Shape;975;p81"/>
            <p:cNvSpPr/>
            <p:nvPr/>
          </p:nvSpPr>
          <p:spPr>
            <a:xfrm>
              <a:off x="2828725" y="46837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76" name="Google Shape;976;p81"/>
            <p:cNvSpPr/>
            <p:nvPr/>
          </p:nvSpPr>
          <p:spPr>
            <a:xfrm>
              <a:off x="2828725" y="4683725"/>
              <a:ext cx="16704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77" name="Google Shape;977;p81"/>
          <p:cNvGrpSpPr/>
          <p:nvPr/>
        </p:nvGrpSpPr>
        <p:grpSpPr>
          <a:xfrm>
            <a:off x="5311600" y="4641125"/>
            <a:ext cx="2008200" cy="85200"/>
            <a:chOff x="5372750" y="4680825"/>
            <a:chExt cx="2008200" cy="85200"/>
          </a:xfrm>
        </p:grpSpPr>
        <p:sp>
          <p:nvSpPr>
            <p:cNvPr id="978" name="Google Shape;978;p81"/>
            <p:cNvSpPr/>
            <p:nvPr/>
          </p:nvSpPr>
          <p:spPr>
            <a:xfrm>
              <a:off x="5372750" y="468082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79" name="Google Shape;979;p81"/>
            <p:cNvSpPr/>
            <p:nvPr/>
          </p:nvSpPr>
          <p:spPr>
            <a:xfrm>
              <a:off x="5372750" y="4680825"/>
              <a:ext cx="5133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80" name="Google Shape;980;p81"/>
          <p:cNvGrpSpPr/>
          <p:nvPr/>
        </p:nvGrpSpPr>
        <p:grpSpPr>
          <a:xfrm>
            <a:off x="5311600" y="4154575"/>
            <a:ext cx="2035175" cy="85200"/>
            <a:chOff x="5345775" y="4154575"/>
            <a:chExt cx="2035175" cy="85200"/>
          </a:xfrm>
        </p:grpSpPr>
        <p:sp>
          <p:nvSpPr>
            <p:cNvPr id="981" name="Google Shape;981;p81"/>
            <p:cNvSpPr/>
            <p:nvPr/>
          </p:nvSpPr>
          <p:spPr>
            <a:xfrm>
              <a:off x="5372750" y="4154575"/>
              <a:ext cx="2008200" cy="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2" name="Google Shape;982;p81"/>
            <p:cNvSpPr/>
            <p:nvPr/>
          </p:nvSpPr>
          <p:spPr>
            <a:xfrm>
              <a:off x="5345775" y="4154575"/>
              <a:ext cx="886500" cy="85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752725" y="1288325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82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82"/>
          <p:cNvCxnSpPr/>
          <p:nvPr/>
        </p:nvCxnSpPr>
        <p:spPr>
          <a:xfrm>
            <a:off x="2669725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82"/>
          <p:cNvCxnSpPr/>
          <p:nvPr/>
        </p:nvCxnSpPr>
        <p:spPr>
          <a:xfrm>
            <a:off x="5212100" y="1291375"/>
            <a:ext cx="0" cy="3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82"/>
          <p:cNvCxnSpPr/>
          <p:nvPr/>
        </p:nvCxnSpPr>
        <p:spPr>
          <a:xfrm>
            <a:off x="7747300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82"/>
          <p:cNvCxnSpPr/>
          <p:nvPr/>
        </p:nvCxnSpPr>
        <p:spPr>
          <a:xfrm>
            <a:off x="126000" y="4683725"/>
            <a:ext cx="889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82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82"/>
          <p:cNvSpPr/>
          <p:nvPr/>
        </p:nvSpPr>
        <p:spPr>
          <a:xfrm>
            <a:off x="28455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5" name="Google Shape;995;p82"/>
          <p:cNvSpPr/>
          <p:nvPr/>
        </p:nvSpPr>
        <p:spPr>
          <a:xfrm>
            <a:off x="282710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6" name="Google Shape;996;p82"/>
          <p:cNvSpPr/>
          <p:nvPr/>
        </p:nvSpPr>
        <p:spPr>
          <a:xfrm>
            <a:off x="5358575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7" name="Google Shape;997;p8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side of a cliff" id="998" name="Google Shape;998;p82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12703" r="12703" t="17437"/>
          <a:stretch/>
        </p:blipFill>
        <p:spPr>
          <a:xfrm>
            <a:off x="7752125" y="2584175"/>
            <a:ext cx="1266599" cy="2093700"/>
          </a:xfrm>
          <a:prstGeom prst="rect">
            <a:avLst/>
          </a:prstGeom>
        </p:spPr>
      </p:pic>
      <p:sp>
        <p:nvSpPr>
          <p:cNvPr id="999" name="Google Shape;999;p82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tiktok account</a:t>
            </a:r>
            <a:endParaRPr/>
          </a:p>
        </p:txBody>
      </p:sp>
      <p:sp>
        <p:nvSpPr>
          <p:cNvPr id="1000" name="Google Shape;1000;p82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monthly newsletter/ blogs</a:t>
            </a:r>
            <a:endParaRPr/>
          </a:p>
        </p:txBody>
      </p:sp>
      <p:sp>
        <p:nvSpPr>
          <p:cNvPr id="1001" name="Google Shape;1001;p82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feedback from organizations</a:t>
            </a:r>
            <a:endParaRPr/>
          </a:p>
        </p:txBody>
      </p:sp>
      <p:sp>
        <p:nvSpPr>
          <p:cNvPr id="1002" name="Google Shape;1002;p82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1 video per week</a:t>
            </a:r>
            <a:endParaRPr/>
          </a:p>
        </p:txBody>
      </p:sp>
      <p:sp>
        <p:nvSpPr>
          <p:cNvPr id="1003" name="Google Shape;1003;p82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can include further deliveries, check-ins, marketing events,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2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 an advancement,   improvement, or additional feature you plan to launch in the future.</a:t>
            </a:r>
            <a:endParaRPr/>
          </a:p>
        </p:txBody>
      </p:sp>
      <p:sp>
        <p:nvSpPr>
          <p:cNvPr id="1005" name="Google Shape;1005;p82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06" name="Google Shape;1006;p82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07" name="Google Shape;1007;p82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08" name="Google Shape;1008;p82"/>
          <p:cNvSpPr txBox="1"/>
          <p:nvPr>
            <p:ph type="title"/>
          </p:nvPr>
        </p:nvSpPr>
        <p:spPr>
          <a:xfrm>
            <a:off x="139700" y="228600"/>
            <a:ext cx="52425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